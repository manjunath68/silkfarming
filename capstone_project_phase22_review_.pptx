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p:sldMasterIdLst>
    <p:sldMasterId id="2147483672" r:id="rId1"/>
    <p:sldMasterId id="2147483684" r:id="rId2"/>
  </p:sldMasterIdLst>
  <p:notesMasterIdLst>
    <p:notesMasterId r:id="rId31"/>
  </p:notesMasterIdLst>
  <p:sldIdLst>
    <p:sldId id="266" r:id="rId3"/>
    <p:sldId id="321" r:id="rId4"/>
    <p:sldId id="323" r:id="rId5"/>
    <p:sldId id="259" r:id="rId6"/>
    <p:sldId id="324" r:id="rId7"/>
    <p:sldId id="260" r:id="rId8"/>
    <p:sldId id="262" r:id="rId9"/>
    <p:sldId id="263" r:id="rId10"/>
    <p:sldId id="273" r:id="rId11"/>
    <p:sldId id="277" r:id="rId12"/>
    <p:sldId id="279" r:id="rId13"/>
    <p:sldId id="281" r:id="rId14"/>
    <p:sldId id="283" r:id="rId15"/>
    <p:sldId id="285" r:id="rId16"/>
    <p:sldId id="291" r:id="rId17"/>
    <p:sldId id="294" r:id="rId18"/>
    <p:sldId id="295" r:id="rId19"/>
    <p:sldId id="296" r:id="rId20"/>
    <p:sldId id="300" r:id="rId21"/>
    <p:sldId id="335" r:id="rId22"/>
    <p:sldId id="336" r:id="rId23"/>
    <p:sldId id="332" r:id="rId24"/>
    <p:sldId id="334" r:id="rId25"/>
    <p:sldId id="287" r:id="rId26"/>
    <p:sldId id="333" r:id="rId27"/>
    <p:sldId id="315" r:id="rId28"/>
    <p:sldId id="270" r:id="rId29"/>
    <p:sldId id="301" r:id="rId30"/>
  </p:sldIdLst>
  <p:sldSz cx="9144000" cy="6858000" type="screen4x3"/>
  <p:notesSz cx="6858000" cy="9144000"/>
  <p:defaultTextStyle>
    <a:defPPr>
      <a:defRPr lang="en-US"/>
    </a:defPPr>
    <a:lvl1pPr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1pPr>
    <a:lvl2pPr marL="4572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2pPr>
    <a:lvl3pPr marL="9144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3pPr>
    <a:lvl4pPr marL="13716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4pPr>
    <a:lvl5pPr marL="1828800" algn="l" rtl="0" eaLnBrk="0" fontAlgn="base" hangingPunct="0">
      <a:spcBef>
        <a:spcPct val="0"/>
      </a:spcBef>
      <a:spcAft>
        <a:spcPct val="0"/>
      </a:spcAft>
      <a:defRPr kern="1200">
        <a:solidFill>
          <a:schemeClr val="tx1"/>
        </a:solidFill>
        <a:latin typeface="Calibri" panose="020F0502020204030204" pitchFamily="34" charset="0"/>
        <a:ea typeface="+mn-ea"/>
        <a:cs typeface="Arial" panose="020B0604020202020204" pitchFamily="34" charset="0"/>
      </a:defRPr>
    </a:lvl5pPr>
    <a:lvl6pPr marL="22860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6pPr>
    <a:lvl7pPr marL="27432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7pPr>
    <a:lvl8pPr marL="32004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8pPr>
    <a:lvl9pPr marL="3657600" algn="l" defTabSz="914400" rtl="0" eaLnBrk="1" latinLnBrk="0" hangingPunct="1">
      <a:defRPr kern="1200">
        <a:solidFill>
          <a:schemeClr val="tx1"/>
        </a:solidFill>
        <a:latin typeface="Calibri" panose="020F0502020204030204" pitchFamily="34" charset="0"/>
        <a:ea typeface="+mn-ea"/>
        <a:cs typeface="Arial" panose="020B0604020202020204" pitchFamily="34" charset="0"/>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CCFFC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Medium Style 2 - Acc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6353" autoAdjust="0"/>
    <p:restoredTop sz="94660"/>
  </p:normalViewPr>
  <p:slideViewPr>
    <p:cSldViewPr>
      <p:cViewPr>
        <p:scale>
          <a:sx n="125" d="100"/>
          <a:sy n="125" d="100"/>
        </p:scale>
        <p:origin x="1152" y="-222"/>
      </p:cViewPr>
      <p:guideLst>
        <p:guide orient="horz" pos="2160"/>
        <p:guide pos="288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1.xml"/><Relationship Id="rId18" Type="http://schemas.openxmlformats.org/officeDocument/2006/relationships/slide" Target="slides/slide16.xml"/><Relationship Id="rId26" Type="http://schemas.openxmlformats.org/officeDocument/2006/relationships/slide" Target="slides/slide24.xml"/><Relationship Id="rId3" Type="http://schemas.openxmlformats.org/officeDocument/2006/relationships/slide" Target="slides/slide1.xml"/><Relationship Id="rId21" Type="http://schemas.openxmlformats.org/officeDocument/2006/relationships/slide" Target="slides/slide19.xml"/><Relationship Id="rId34" Type="http://schemas.openxmlformats.org/officeDocument/2006/relationships/theme" Target="theme/theme1.xml"/><Relationship Id="rId7" Type="http://schemas.openxmlformats.org/officeDocument/2006/relationships/slide" Target="slides/slide5.xml"/><Relationship Id="rId12" Type="http://schemas.openxmlformats.org/officeDocument/2006/relationships/slide" Target="slides/slide10.xml"/><Relationship Id="rId17" Type="http://schemas.openxmlformats.org/officeDocument/2006/relationships/slide" Target="slides/slide15.xml"/><Relationship Id="rId25" Type="http://schemas.openxmlformats.org/officeDocument/2006/relationships/slide" Target="slides/slide23.xml"/><Relationship Id="rId33" Type="http://schemas.openxmlformats.org/officeDocument/2006/relationships/viewProps" Target="viewProps.xml"/><Relationship Id="rId2" Type="http://schemas.openxmlformats.org/officeDocument/2006/relationships/slideMaster" Target="slideMasters/slideMaster2.xml"/><Relationship Id="rId16" Type="http://schemas.openxmlformats.org/officeDocument/2006/relationships/slide" Target="slides/slide14.xml"/><Relationship Id="rId20" Type="http://schemas.openxmlformats.org/officeDocument/2006/relationships/slide" Target="slides/slide18.xml"/><Relationship Id="rId29" Type="http://schemas.openxmlformats.org/officeDocument/2006/relationships/slide" Target="slides/slide27.xml"/><Relationship Id="rId1" Type="http://schemas.openxmlformats.org/officeDocument/2006/relationships/slideMaster" Target="slideMasters/slideMaster1.xml"/><Relationship Id="rId6" Type="http://schemas.openxmlformats.org/officeDocument/2006/relationships/slide" Target="slides/slide4.xml"/><Relationship Id="rId11" Type="http://schemas.openxmlformats.org/officeDocument/2006/relationships/slide" Target="slides/slide9.xml"/><Relationship Id="rId24" Type="http://schemas.openxmlformats.org/officeDocument/2006/relationships/slide" Target="slides/slide22.xml"/><Relationship Id="rId32" Type="http://schemas.openxmlformats.org/officeDocument/2006/relationships/presProps" Target="presProps.xml"/><Relationship Id="rId5" Type="http://schemas.openxmlformats.org/officeDocument/2006/relationships/slide" Target="slides/slide3.xml"/><Relationship Id="rId15" Type="http://schemas.openxmlformats.org/officeDocument/2006/relationships/slide" Target="slides/slide13.xml"/><Relationship Id="rId23" Type="http://schemas.openxmlformats.org/officeDocument/2006/relationships/slide" Target="slides/slide21.xml"/><Relationship Id="rId28" Type="http://schemas.openxmlformats.org/officeDocument/2006/relationships/slide" Target="slides/slide26.xml"/><Relationship Id="rId10" Type="http://schemas.openxmlformats.org/officeDocument/2006/relationships/slide" Target="slides/slide8.xml"/><Relationship Id="rId19" Type="http://schemas.openxmlformats.org/officeDocument/2006/relationships/slide" Target="slides/slide17.xml"/><Relationship Id="rId31" Type="http://schemas.openxmlformats.org/officeDocument/2006/relationships/notesMaster" Target="notesMasters/notesMaster1.xml"/><Relationship Id="rId4" Type="http://schemas.openxmlformats.org/officeDocument/2006/relationships/slide" Target="slides/slide2.xml"/><Relationship Id="rId9" Type="http://schemas.openxmlformats.org/officeDocument/2006/relationships/slide" Target="slides/slide7.xml"/><Relationship Id="rId14" Type="http://schemas.openxmlformats.org/officeDocument/2006/relationships/slide" Target="slides/slide12.xml"/><Relationship Id="rId22" Type="http://schemas.openxmlformats.org/officeDocument/2006/relationships/slide" Target="slides/slide20.xml"/><Relationship Id="rId27" Type="http://schemas.openxmlformats.org/officeDocument/2006/relationships/slide" Target="slides/slide25.xml"/><Relationship Id="rId30" Type="http://schemas.openxmlformats.org/officeDocument/2006/relationships/slide" Target="slides/slide28.xml"/><Relationship Id="rId35" Type="http://schemas.openxmlformats.org/officeDocument/2006/relationships/tableStyles" Target="tableStyles.xml"/><Relationship Id="rId8" Type="http://schemas.openxmlformats.org/officeDocument/2006/relationships/slide" Target="slides/slide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3.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2A939845-FB1F-FDFC-3029-6470132F025D}"/>
              </a:ext>
            </a:extLst>
          </p:cNvPr>
          <p:cNvSpPr>
            <a:spLocks noGrp="1"/>
          </p:cNvSpPr>
          <p:nvPr>
            <p:ph type="hdr" sz="quarter"/>
          </p:nvPr>
        </p:nvSpPr>
        <p:spPr>
          <a:xfrm>
            <a:off x="0" y="0"/>
            <a:ext cx="2971800" cy="457200"/>
          </a:xfrm>
          <a:prstGeom prst="rect">
            <a:avLst/>
          </a:prstGeom>
        </p:spPr>
        <p:txBody>
          <a:bodyPr vert="horz" lIns="91440" tIns="45720" rIns="91440" bIns="45720" rtlCol="0"/>
          <a:lstStyle>
            <a:lvl1pPr algn="l" eaLnBrk="1" fontAlgn="auto" hangingPunct="1">
              <a:spcBef>
                <a:spcPts val="0"/>
              </a:spcBef>
              <a:spcAft>
                <a:spcPts val="0"/>
              </a:spcAft>
              <a:defRPr sz="1200">
                <a:latin typeface="+mn-lt"/>
                <a:cs typeface="+mn-cs"/>
              </a:defRPr>
            </a:lvl1pPr>
          </a:lstStyle>
          <a:p>
            <a:pPr>
              <a:defRPr/>
            </a:pPr>
            <a:endParaRPr lang="en-IN"/>
          </a:p>
        </p:txBody>
      </p:sp>
      <p:sp>
        <p:nvSpPr>
          <p:cNvPr id="3" name="Date Placeholder 2">
            <a:extLst>
              <a:ext uri="{FF2B5EF4-FFF2-40B4-BE49-F238E27FC236}">
                <a16:creationId xmlns:a16="http://schemas.microsoft.com/office/drawing/2014/main" id="{561C2A87-4218-906F-D9EC-C565B05A23B5}"/>
              </a:ext>
            </a:extLst>
          </p:cNvPr>
          <p:cNvSpPr>
            <a:spLocks noGrp="1"/>
          </p:cNvSpPr>
          <p:nvPr>
            <p:ph type="dt" idx="1"/>
          </p:nvPr>
        </p:nvSpPr>
        <p:spPr>
          <a:xfrm>
            <a:off x="3884613" y="0"/>
            <a:ext cx="2971800" cy="457200"/>
          </a:xfrm>
          <a:prstGeom prst="rect">
            <a:avLst/>
          </a:prstGeom>
        </p:spPr>
        <p:txBody>
          <a:bodyPr vert="horz" lIns="91440" tIns="45720" rIns="91440" bIns="45720" rtlCol="0"/>
          <a:lstStyle>
            <a:lvl1pPr algn="r" eaLnBrk="1" fontAlgn="auto" hangingPunct="1">
              <a:spcBef>
                <a:spcPts val="0"/>
              </a:spcBef>
              <a:spcAft>
                <a:spcPts val="0"/>
              </a:spcAft>
              <a:defRPr sz="1200">
                <a:latin typeface="+mn-lt"/>
                <a:cs typeface="+mn-cs"/>
              </a:defRPr>
            </a:lvl1pPr>
          </a:lstStyle>
          <a:p>
            <a:pPr>
              <a:defRPr/>
            </a:pPr>
            <a:fld id="{8ECED6DD-E2E2-4D62-A117-326C60B15C9F}" type="datetimeFigureOut">
              <a:rPr lang="en-IN"/>
              <a:pPr>
                <a:defRPr/>
              </a:pPr>
              <a:t>11-03-2025</a:t>
            </a:fld>
            <a:endParaRPr lang="en-IN"/>
          </a:p>
        </p:txBody>
      </p:sp>
      <p:sp>
        <p:nvSpPr>
          <p:cNvPr id="4" name="Slide Image Placeholder 3">
            <a:extLst>
              <a:ext uri="{FF2B5EF4-FFF2-40B4-BE49-F238E27FC236}">
                <a16:creationId xmlns:a16="http://schemas.microsoft.com/office/drawing/2014/main" id="{A4BC5566-E2B6-D789-5320-EB45E302F622}"/>
              </a:ext>
            </a:extLst>
          </p:cNvPr>
          <p:cNvSpPr>
            <a:spLocks noGrp="1" noRot="1" noChangeAspect="1"/>
          </p:cNvSpPr>
          <p:nvPr>
            <p:ph type="sldImg" idx="2"/>
          </p:nvPr>
        </p:nvSpPr>
        <p:spPr>
          <a:xfrm>
            <a:off x="1143000" y="685800"/>
            <a:ext cx="4572000" cy="3429000"/>
          </a:xfrm>
          <a:prstGeom prst="rect">
            <a:avLst/>
          </a:prstGeom>
          <a:noFill/>
          <a:ln w="12700">
            <a:solidFill>
              <a:prstClr val="black"/>
            </a:solidFill>
          </a:ln>
        </p:spPr>
        <p:txBody>
          <a:bodyPr vert="horz" lIns="91440" tIns="45720" rIns="91440" bIns="45720" rtlCol="0" anchor="ctr"/>
          <a:lstStyle/>
          <a:p>
            <a:pPr lvl="0"/>
            <a:endParaRPr lang="en-IN" noProof="0"/>
          </a:p>
        </p:txBody>
      </p:sp>
      <p:sp>
        <p:nvSpPr>
          <p:cNvPr id="5" name="Notes Placeholder 4">
            <a:extLst>
              <a:ext uri="{FF2B5EF4-FFF2-40B4-BE49-F238E27FC236}">
                <a16:creationId xmlns:a16="http://schemas.microsoft.com/office/drawing/2014/main" id="{36BAD033-7A5D-9099-8B10-B11189B770D5}"/>
              </a:ext>
            </a:extLst>
          </p:cNvPr>
          <p:cNvSpPr>
            <a:spLocks noGrp="1"/>
          </p:cNvSpPr>
          <p:nvPr>
            <p:ph type="body" sz="quarter" idx="3"/>
          </p:nvPr>
        </p:nvSpPr>
        <p:spPr>
          <a:xfrm>
            <a:off x="685800" y="4343400"/>
            <a:ext cx="5486400" cy="4114800"/>
          </a:xfrm>
          <a:prstGeom prst="rect">
            <a:avLst/>
          </a:prstGeom>
        </p:spPr>
        <p:txBody>
          <a:bodyPr vert="horz" lIns="91440" tIns="45720" rIns="91440" bIns="45720" rtlCol="0"/>
          <a:lstStyle/>
          <a:p>
            <a:pPr lvl="0"/>
            <a:r>
              <a:rPr lang="en-US" noProof="0"/>
              <a:t>Click to edit Master text styles</a:t>
            </a:r>
          </a:p>
          <a:p>
            <a:pPr lvl="1"/>
            <a:r>
              <a:rPr lang="en-US" noProof="0"/>
              <a:t>Second level</a:t>
            </a:r>
          </a:p>
          <a:p>
            <a:pPr lvl="2"/>
            <a:r>
              <a:rPr lang="en-US" noProof="0"/>
              <a:t>Third level</a:t>
            </a:r>
          </a:p>
          <a:p>
            <a:pPr lvl="3"/>
            <a:r>
              <a:rPr lang="en-US" noProof="0"/>
              <a:t>Fourth level</a:t>
            </a:r>
          </a:p>
          <a:p>
            <a:pPr lvl="4"/>
            <a:r>
              <a:rPr lang="en-US" noProof="0"/>
              <a:t>Fifth level</a:t>
            </a:r>
            <a:endParaRPr lang="en-IN" noProof="0"/>
          </a:p>
        </p:txBody>
      </p:sp>
      <p:sp>
        <p:nvSpPr>
          <p:cNvPr id="6" name="Footer Placeholder 5">
            <a:extLst>
              <a:ext uri="{FF2B5EF4-FFF2-40B4-BE49-F238E27FC236}">
                <a16:creationId xmlns:a16="http://schemas.microsoft.com/office/drawing/2014/main" id="{D3C1B975-921D-0237-02C1-F09082DB6A0E}"/>
              </a:ext>
            </a:extLst>
          </p:cNvPr>
          <p:cNvSpPr>
            <a:spLocks noGrp="1"/>
          </p:cNvSpPr>
          <p:nvPr>
            <p:ph type="ftr" sz="quarter" idx="4"/>
          </p:nvPr>
        </p:nvSpPr>
        <p:spPr>
          <a:xfrm>
            <a:off x="0" y="8685213"/>
            <a:ext cx="2971800" cy="457200"/>
          </a:xfrm>
          <a:prstGeom prst="rect">
            <a:avLst/>
          </a:prstGeom>
        </p:spPr>
        <p:txBody>
          <a:bodyPr vert="horz" lIns="91440" tIns="45720" rIns="91440" bIns="45720" rtlCol="0" anchor="b"/>
          <a:lstStyle>
            <a:lvl1pPr algn="l" eaLnBrk="1" fontAlgn="auto" hangingPunct="1">
              <a:spcBef>
                <a:spcPts val="0"/>
              </a:spcBef>
              <a:spcAft>
                <a:spcPts val="0"/>
              </a:spcAft>
              <a:defRPr sz="1200">
                <a:latin typeface="+mn-lt"/>
                <a:cs typeface="+mn-cs"/>
              </a:defRPr>
            </a:lvl1pPr>
          </a:lstStyle>
          <a:p>
            <a:pPr>
              <a:defRPr/>
            </a:pPr>
            <a:endParaRPr lang="en-IN"/>
          </a:p>
        </p:txBody>
      </p:sp>
      <p:sp>
        <p:nvSpPr>
          <p:cNvPr id="7" name="Slide Number Placeholder 6">
            <a:extLst>
              <a:ext uri="{FF2B5EF4-FFF2-40B4-BE49-F238E27FC236}">
                <a16:creationId xmlns:a16="http://schemas.microsoft.com/office/drawing/2014/main" id="{63BEF97B-E7CB-4B67-1DD4-7C19EEB722ED}"/>
              </a:ext>
            </a:extLst>
          </p:cNvPr>
          <p:cNvSpPr>
            <a:spLocks noGrp="1"/>
          </p:cNvSpPr>
          <p:nvPr>
            <p:ph type="sldNum" sz="quarter" idx="5"/>
          </p:nvPr>
        </p:nvSpPr>
        <p:spPr>
          <a:xfrm>
            <a:off x="3884613" y="8685213"/>
            <a:ext cx="2971800" cy="457200"/>
          </a:xfrm>
          <a:prstGeom prst="rect">
            <a:avLst/>
          </a:prstGeom>
        </p:spPr>
        <p:txBody>
          <a:bodyPr vert="horz" wrap="square" lIns="91440" tIns="45720" rIns="91440" bIns="45720" numCol="1" anchor="b" anchorCtr="0" compatLnSpc="1">
            <a:prstTxWarp prst="textNoShape">
              <a:avLst/>
            </a:prstTxWarp>
          </a:bodyPr>
          <a:lstStyle>
            <a:lvl1pPr algn="r" eaLnBrk="1" hangingPunct="1">
              <a:defRPr sz="1200"/>
            </a:lvl1pPr>
          </a:lstStyle>
          <a:p>
            <a:pPr>
              <a:defRPr/>
            </a:pPr>
            <a:fld id="{D805602E-756F-474C-AE9B-4F8E26478C36}"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mn-lt"/>
        <a:ea typeface="+mn-ea"/>
        <a:cs typeface="+mn-cs"/>
      </a:defRPr>
    </a:lvl1pPr>
    <a:lvl2pPr marL="457200" algn="l" rtl="0" eaLnBrk="0" fontAlgn="base" hangingPunct="0">
      <a:spcBef>
        <a:spcPct val="30000"/>
      </a:spcBef>
      <a:spcAft>
        <a:spcPct val="0"/>
      </a:spcAft>
      <a:defRPr sz="1200" kern="1200">
        <a:solidFill>
          <a:schemeClr val="tx1"/>
        </a:solidFill>
        <a:latin typeface="+mn-lt"/>
        <a:ea typeface="+mn-ea"/>
        <a:cs typeface="+mn-cs"/>
      </a:defRPr>
    </a:lvl2pPr>
    <a:lvl3pPr marL="914400" algn="l" rtl="0" eaLnBrk="0" fontAlgn="base" hangingPunct="0">
      <a:spcBef>
        <a:spcPct val="30000"/>
      </a:spcBef>
      <a:spcAft>
        <a:spcPct val="0"/>
      </a:spcAft>
      <a:defRPr sz="1200" kern="1200">
        <a:solidFill>
          <a:schemeClr val="tx1"/>
        </a:solidFill>
        <a:latin typeface="+mn-lt"/>
        <a:ea typeface="+mn-ea"/>
        <a:cs typeface="+mn-cs"/>
      </a:defRPr>
    </a:lvl3pPr>
    <a:lvl4pPr marL="1371600" algn="l" rtl="0" eaLnBrk="0" fontAlgn="base" hangingPunct="0">
      <a:spcBef>
        <a:spcPct val="30000"/>
      </a:spcBef>
      <a:spcAft>
        <a:spcPct val="0"/>
      </a:spcAft>
      <a:defRPr sz="1200" kern="1200">
        <a:solidFill>
          <a:schemeClr val="tx1"/>
        </a:solidFill>
        <a:latin typeface="+mn-lt"/>
        <a:ea typeface="+mn-ea"/>
        <a:cs typeface="+mn-cs"/>
      </a:defRPr>
    </a:lvl4pPr>
    <a:lvl5pPr marL="1828800" algn="l" rtl="0" eaLnBrk="0" fontAlgn="base" hangingPunct="0">
      <a:spcBef>
        <a:spcPct val="30000"/>
      </a:spcBef>
      <a:spcAft>
        <a:spcPct val="0"/>
      </a:spcAft>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endParaRPr lang="en-IN"/>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13BEF214-A45C-DAD8-BA3C-E7BE30D842D1}"/>
              </a:ext>
            </a:extLst>
          </p:cNvPr>
          <p:cNvSpPr>
            <a:spLocks noGrp="1"/>
          </p:cNvSpPr>
          <p:nvPr>
            <p:ph type="dt" sz="half" idx="10"/>
          </p:nvPr>
        </p:nvSpPr>
        <p:spPr/>
        <p:txBody>
          <a:bodyPr/>
          <a:lstStyle>
            <a:lvl1pPr>
              <a:defRPr/>
            </a:lvl1pPr>
          </a:lstStyle>
          <a:p>
            <a:pPr>
              <a:defRPr/>
            </a:pPr>
            <a:fld id="{4FE1116D-7179-4FBB-AEED-FA2437B29474}" type="datetime1">
              <a:rPr lang="en-IN"/>
              <a:pPr>
                <a:defRPr/>
              </a:pPr>
              <a:t>11-03-2025</a:t>
            </a:fld>
            <a:endParaRPr lang="en-IN"/>
          </a:p>
        </p:txBody>
      </p:sp>
      <p:sp>
        <p:nvSpPr>
          <p:cNvPr id="5" name="Footer Placeholder 4">
            <a:extLst>
              <a:ext uri="{FF2B5EF4-FFF2-40B4-BE49-F238E27FC236}">
                <a16:creationId xmlns:a16="http://schemas.microsoft.com/office/drawing/2014/main" id="{B0B62237-19E1-16F7-963B-ADD2EB7A3DE3}"/>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382B00DF-3373-EC27-3390-21082C97E167}"/>
              </a:ext>
            </a:extLst>
          </p:cNvPr>
          <p:cNvSpPr>
            <a:spLocks noGrp="1"/>
          </p:cNvSpPr>
          <p:nvPr>
            <p:ph type="sldNum" sz="quarter" idx="12"/>
          </p:nvPr>
        </p:nvSpPr>
        <p:spPr/>
        <p:txBody>
          <a:bodyPr/>
          <a:lstStyle>
            <a:lvl1pPr>
              <a:defRPr/>
            </a:lvl1pPr>
          </a:lstStyle>
          <a:p>
            <a:pPr>
              <a:defRPr/>
            </a:pPr>
            <a:fld id="{20BBB34B-08CE-4AE6-AF2E-5331437AB9D1}" type="slidenum">
              <a:rPr lang="en-IN" altLang="en-US"/>
              <a:pPr>
                <a:defRPr/>
              </a:pPr>
              <a:t>‹#›</a:t>
            </a:fld>
            <a:endParaRPr lang="en-IN" altLang="en-US"/>
          </a:p>
        </p:txBody>
      </p:sp>
    </p:spTree>
    <p:extLst>
      <p:ext uri="{BB962C8B-B14F-4D97-AF65-F5344CB8AC3E}">
        <p14:creationId xmlns:p14="http://schemas.microsoft.com/office/powerpoint/2010/main" val="2753860000"/>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1A0A8901-0A7C-0006-F090-86F73C6DA5D6}"/>
              </a:ext>
            </a:extLst>
          </p:cNvPr>
          <p:cNvSpPr>
            <a:spLocks noGrp="1"/>
          </p:cNvSpPr>
          <p:nvPr>
            <p:ph type="dt" sz="half" idx="10"/>
          </p:nvPr>
        </p:nvSpPr>
        <p:spPr/>
        <p:txBody>
          <a:bodyPr/>
          <a:lstStyle>
            <a:lvl1pPr>
              <a:defRPr/>
            </a:lvl1pPr>
          </a:lstStyle>
          <a:p>
            <a:pPr>
              <a:defRPr/>
            </a:pPr>
            <a:fld id="{E3D6A0EB-8C39-4CAB-BF92-4289027D2314}" type="datetime1">
              <a:rPr lang="en-IN"/>
              <a:pPr>
                <a:defRPr/>
              </a:pPr>
              <a:t>11-03-2025</a:t>
            </a:fld>
            <a:endParaRPr lang="en-IN"/>
          </a:p>
        </p:txBody>
      </p:sp>
      <p:sp>
        <p:nvSpPr>
          <p:cNvPr id="5" name="Footer Placeholder 4">
            <a:extLst>
              <a:ext uri="{FF2B5EF4-FFF2-40B4-BE49-F238E27FC236}">
                <a16:creationId xmlns:a16="http://schemas.microsoft.com/office/drawing/2014/main" id="{A42391DA-009B-DCBF-605E-FA03BA602A59}"/>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015D632-4C6B-F90A-66F1-AF0757124DD5}"/>
              </a:ext>
            </a:extLst>
          </p:cNvPr>
          <p:cNvSpPr>
            <a:spLocks noGrp="1"/>
          </p:cNvSpPr>
          <p:nvPr>
            <p:ph type="sldNum" sz="quarter" idx="12"/>
          </p:nvPr>
        </p:nvSpPr>
        <p:spPr/>
        <p:txBody>
          <a:bodyPr/>
          <a:lstStyle>
            <a:lvl1pPr>
              <a:defRPr/>
            </a:lvl1pPr>
          </a:lstStyle>
          <a:p>
            <a:pPr>
              <a:defRPr/>
            </a:pPr>
            <a:fld id="{BA20B4AC-6998-4EFE-8583-07CB98B2B55D}" type="slidenum">
              <a:rPr lang="en-IN" altLang="en-US"/>
              <a:pPr>
                <a:defRPr/>
              </a:pPr>
              <a:t>‹#›</a:t>
            </a:fld>
            <a:endParaRPr lang="en-IN" altLang="en-US"/>
          </a:p>
        </p:txBody>
      </p:sp>
    </p:spTree>
    <p:extLst>
      <p:ext uri="{BB962C8B-B14F-4D97-AF65-F5344CB8AC3E}">
        <p14:creationId xmlns:p14="http://schemas.microsoft.com/office/powerpoint/2010/main" val="1325808392"/>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endParaRPr lang="en-IN"/>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8BA2F48B-B627-EE71-5253-496743DCE5DE}"/>
              </a:ext>
            </a:extLst>
          </p:cNvPr>
          <p:cNvSpPr>
            <a:spLocks noGrp="1"/>
          </p:cNvSpPr>
          <p:nvPr>
            <p:ph type="dt" sz="half" idx="10"/>
          </p:nvPr>
        </p:nvSpPr>
        <p:spPr/>
        <p:txBody>
          <a:bodyPr/>
          <a:lstStyle>
            <a:lvl1pPr>
              <a:defRPr/>
            </a:lvl1pPr>
          </a:lstStyle>
          <a:p>
            <a:pPr>
              <a:defRPr/>
            </a:pPr>
            <a:fld id="{1F956EB4-3398-40F6-981D-C98A70F514B0}" type="datetime1">
              <a:rPr lang="en-IN"/>
              <a:pPr>
                <a:defRPr/>
              </a:pPr>
              <a:t>11-03-2025</a:t>
            </a:fld>
            <a:endParaRPr lang="en-IN"/>
          </a:p>
        </p:txBody>
      </p:sp>
      <p:sp>
        <p:nvSpPr>
          <p:cNvPr id="5" name="Footer Placeholder 4">
            <a:extLst>
              <a:ext uri="{FF2B5EF4-FFF2-40B4-BE49-F238E27FC236}">
                <a16:creationId xmlns:a16="http://schemas.microsoft.com/office/drawing/2014/main" id="{2C59AF6A-22C4-F2AE-10DF-034C74E83828}"/>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EAF2FF3D-A366-1CCF-E90B-25FE6C71CCEF}"/>
              </a:ext>
            </a:extLst>
          </p:cNvPr>
          <p:cNvSpPr>
            <a:spLocks noGrp="1"/>
          </p:cNvSpPr>
          <p:nvPr>
            <p:ph type="sldNum" sz="quarter" idx="12"/>
          </p:nvPr>
        </p:nvSpPr>
        <p:spPr/>
        <p:txBody>
          <a:bodyPr/>
          <a:lstStyle>
            <a:lvl1pPr>
              <a:defRPr/>
            </a:lvl1pPr>
          </a:lstStyle>
          <a:p>
            <a:pPr>
              <a:defRPr/>
            </a:pPr>
            <a:fld id="{54AE8EA6-1925-4931-B908-1B0F3A9BF6B9}" type="slidenum">
              <a:rPr lang="en-IN" altLang="en-US"/>
              <a:pPr>
                <a:defRPr/>
              </a:pPr>
              <a:t>‹#›</a:t>
            </a:fld>
            <a:endParaRPr lang="en-IN" altLang="en-US"/>
          </a:p>
        </p:txBody>
      </p:sp>
    </p:spTree>
    <p:extLst>
      <p:ext uri="{BB962C8B-B14F-4D97-AF65-F5344CB8AC3E}">
        <p14:creationId xmlns:p14="http://schemas.microsoft.com/office/powerpoint/2010/main" val="2737859107"/>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3">
            <a:extLst>
              <a:ext uri="{FF2B5EF4-FFF2-40B4-BE49-F238E27FC236}">
                <a16:creationId xmlns:a16="http://schemas.microsoft.com/office/drawing/2014/main" id="{9B76147B-7F5C-C9EF-F09A-F5F373A55F3B}"/>
              </a:ext>
            </a:extLst>
          </p:cNvPr>
          <p:cNvSpPr>
            <a:spLocks noGrp="1"/>
          </p:cNvSpPr>
          <p:nvPr>
            <p:ph type="dt" sz="half" idx="10"/>
          </p:nvPr>
        </p:nvSpPr>
        <p:spPr/>
        <p:txBody>
          <a:bodyPr/>
          <a:lstStyle>
            <a:lvl1pPr>
              <a:defRPr/>
            </a:lvl1pPr>
          </a:lstStyle>
          <a:p>
            <a:pPr>
              <a:defRPr/>
            </a:pPr>
            <a:fld id="{3E859E45-98EE-4163-BF97-899E0D250C1B}" type="datetime1">
              <a:rPr lang="en-IN"/>
              <a:pPr>
                <a:defRPr/>
              </a:pPr>
              <a:t>11-03-2025</a:t>
            </a:fld>
            <a:endParaRPr lang="en-IN"/>
          </a:p>
        </p:txBody>
      </p:sp>
      <p:sp>
        <p:nvSpPr>
          <p:cNvPr id="6" name="Footer Placeholder 4">
            <a:extLst>
              <a:ext uri="{FF2B5EF4-FFF2-40B4-BE49-F238E27FC236}">
                <a16:creationId xmlns:a16="http://schemas.microsoft.com/office/drawing/2014/main" id="{7ADE6E79-A1A8-04C8-3F5C-AF043A29F1C6}"/>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67525889-4A6F-5BA1-5E58-3032C23EA4FC}"/>
              </a:ext>
            </a:extLst>
          </p:cNvPr>
          <p:cNvSpPr>
            <a:spLocks noGrp="1"/>
          </p:cNvSpPr>
          <p:nvPr>
            <p:ph type="sldNum" sz="quarter" idx="12"/>
          </p:nvPr>
        </p:nvSpPr>
        <p:spPr/>
        <p:txBody>
          <a:bodyPr/>
          <a:lstStyle>
            <a:lvl1pPr>
              <a:defRPr/>
            </a:lvl1pPr>
          </a:lstStyle>
          <a:p>
            <a:pPr>
              <a:defRPr/>
            </a:pPr>
            <a:fld id="{E8636285-76A7-4AC0-99C2-9C2424D70C10}" type="slidenum">
              <a:rPr lang="en-IN" altLang="en-US"/>
              <a:pPr>
                <a:defRPr/>
              </a:pPr>
              <a:t>‹#›</a:t>
            </a:fld>
            <a:endParaRPr lang="en-IN" altLang="en-US"/>
          </a:p>
        </p:txBody>
      </p:sp>
    </p:spTree>
    <p:extLst>
      <p:ext uri="{BB962C8B-B14F-4D97-AF65-F5344CB8AC3E}">
        <p14:creationId xmlns:p14="http://schemas.microsoft.com/office/powerpoint/2010/main" val="293375406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endParaRPr lang="en-IN"/>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3">
            <a:extLst>
              <a:ext uri="{FF2B5EF4-FFF2-40B4-BE49-F238E27FC236}">
                <a16:creationId xmlns:a16="http://schemas.microsoft.com/office/drawing/2014/main" id="{0C8B95A3-5A42-47B7-2EC2-71C18A566FE5}"/>
              </a:ext>
            </a:extLst>
          </p:cNvPr>
          <p:cNvSpPr>
            <a:spLocks noGrp="1"/>
          </p:cNvSpPr>
          <p:nvPr>
            <p:ph type="dt" sz="half" idx="10"/>
          </p:nvPr>
        </p:nvSpPr>
        <p:spPr/>
        <p:txBody>
          <a:bodyPr/>
          <a:lstStyle>
            <a:lvl1pPr>
              <a:defRPr/>
            </a:lvl1pPr>
          </a:lstStyle>
          <a:p>
            <a:pPr>
              <a:defRPr/>
            </a:pPr>
            <a:fld id="{45F7EAF3-D96D-4BE0-BCEA-BE07B0F1A0C8}" type="datetime1">
              <a:rPr lang="en-IN"/>
              <a:pPr>
                <a:defRPr/>
              </a:pPr>
              <a:t>11-03-2025</a:t>
            </a:fld>
            <a:endParaRPr lang="en-IN"/>
          </a:p>
        </p:txBody>
      </p:sp>
      <p:sp>
        <p:nvSpPr>
          <p:cNvPr id="8" name="Footer Placeholder 4">
            <a:extLst>
              <a:ext uri="{FF2B5EF4-FFF2-40B4-BE49-F238E27FC236}">
                <a16:creationId xmlns:a16="http://schemas.microsoft.com/office/drawing/2014/main" id="{1ECEA952-60F7-1760-28B8-C36C82AAA1DF}"/>
              </a:ext>
            </a:extLst>
          </p:cNvPr>
          <p:cNvSpPr>
            <a:spLocks noGrp="1"/>
          </p:cNvSpPr>
          <p:nvPr>
            <p:ph type="ftr" sz="quarter" idx="11"/>
          </p:nvPr>
        </p:nvSpPr>
        <p:spPr/>
        <p:txBody>
          <a:bodyPr/>
          <a:lstStyle>
            <a:lvl1pPr>
              <a:defRPr/>
            </a:lvl1pPr>
          </a:lstStyle>
          <a:p>
            <a:pPr>
              <a:defRPr/>
            </a:pPr>
            <a:endParaRPr lang="en-IN"/>
          </a:p>
        </p:txBody>
      </p:sp>
      <p:sp>
        <p:nvSpPr>
          <p:cNvPr id="9" name="Slide Number Placeholder 5">
            <a:extLst>
              <a:ext uri="{FF2B5EF4-FFF2-40B4-BE49-F238E27FC236}">
                <a16:creationId xmlns:a16="http://schemas.microsoft.com/office/drawing/2014/main" id="{EF4EAE04-54CA-C7F3-4792-158BB34D2AC8}"/>
              </a:ext>
            </a:extLst>
          </p:cNvPr>
          <p:cNvSpPr>
            <a:spLocks noGrp="1"/>
          </p:cNvSpPr>
          <p:nvPr>
            <p:ph type="sldNum" sz="quarter" idx="12"/>
          </p:nvPr>
        </p:nvSpPr>
        <p:spPr/>
        <p:txBody>
          <a:bodyPr/>
          <a:lstStyle>
            <a:lvl1pPr>
              <a:defRPr/>
            </a:lvl1pPr>
          </a:lstStyle>
          <a:p>
            <a:pPr>
              <a:defRPr/>
            </a:pPr>
            <a:fld id="{06267CCC-7CE3-4FDA-89DA-77BF2EC5B79F}" type="slidenum">
              <a:rPr lang="en-IN" altLang="en-US"/>
              <a:pPr>
                <a:defRPr/>
              </a:pPr>
              <a:t>‹#›</a:t>
            </a:fld>
            <a:endParaRPr lang="en-IN" altLang="en-US"/>
          </a:p>
        </p:txBody>
      </p:sp>
    </p:spTree>
    <p:extLst>
      <p:ext uri="{BB962C8B-B14F-4D97-AF65-F5344CB8AC3E}">
        <p14:creationId xmlns:p14="http://schemas.microsoft.com/office/powerpoint/2010/main" val="255233217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Date Placeholder 3">
            <a:extLst>
              <a:ext uri="{FF2B5EF4-FFF2-40B4-BE49-F238E27FC236}">
                <a16:creationId xmlns:a16="http://schemas.microsoft.com/office/drawing/2014/main" id="{AE4B31A8-E6E3-0E99-8CB7-CEB8577712B5}"/>
              </a:ext>
            </a:extLst>
          </p:cNvPr>
          <p:cNvSpPr>
            <a:spLocks noGrp="1"/>
          </p:cNvSpPr>
          <p:nvPr>
            <p:ph type="dt" sz="half" idx="10"/>
          </p:nvPr>
        </p:nvSpPr>
        <p:spPr/>
        <p:txBody>
          <a:bodyPr/>
          <a:lstStyle>
            <a:lvl1pPr>
              <a:defRPr/>
            </a:lvl1pPr>
          </a:lstStyle>
          <a:p>
            <a:pPr>
              <a:defRPr/>
            </a:pPr>
            <a:fld id="{2C61DB76-7B0A-4C82-B581-447D7EF143ED}" type="datetime1">
              <a:rPr lang="en-IN"/>
              <a:pPr>
                <a:defRPr/>
              </a:pPr>
              <a:t>11-03-2025</a:t>
            </a:fld>
            <a:endParaRPr lang="en-IN"/>
          </a:p>
        </p:txBody>
      </p:sp>
      <p:sp>
        <p:nvSpPr>
          <p:cNvPr id="4" name="Footer Placeholder 4">
            <a:extLst>
              <a:ext uri="{FF2B5EF4-FFF2-40B4-BE49-F238E27FC236}">
                <a16:creationId xmlns:a16="http://schemas.microsoft.com/office/drawing/2014/main" id="{22F5A99E-E1AE-2FA5-4012-F06E674B7B95}"/>
              </a:ext>
            </a:extLst>
          </p:cNvPr>
          <p:cNvSpPr>
            <a:spLocks noGrp="1"/>
          </p:cNvSpPr>
          <p:nvPr>
            <p:ph type="ftr" sz="quarter" idx="11"/>
          </p:nvPr>
        </p:nvSpPr>
        <p:spPr/>
        <p:txBody>
          <a:bodyPr/>
          <a:lstStyle>
            <a:lvl1pPr>
              <a:defRPr/>
            </a:lvl1pPr>
          </a:lstStyle>
          <a:p>
            <a:pPr>
              <a:defRPr/>
            </a:pPr>
            <a:endParaRPr lang="en-IN"/>
          </a:p>
        </p:txBody>
      </p:sp>
      <p:sp>
        <p:nvSpPr>
          <p:cNvPr id="5" name="Slide Number Placeholder 5">
            <a:extLst>
              <a:ext uri="{FF2B5EF4-FFF2-40B4-BE49-F238E27FC236}">
                <a16:creationId xmlns:a16="http://schemas.microsoft.com/office/drawing/2014/main" id="{B0185EE8-ECC2-E7BF-9BA4-785F78A92A04}"/>
              </a:ext>
            </a:extLst>
          </p:cNvPr>
          <p:cNvSpPr>
            <a:spLocks noGrp="1"/>
          </p:cNvSpPr>
          <p:nvPr>
            <p:ph type="sldNum" sz="quarter" idx="12"/>
          </p:nvPr>
        </p:nvSpPr>
        <p:spPr/>
        <p:txBody>
          <a:bodyPr/>
          <a:lstStyle>
            <a:lvl1pPr>
              <a:defRPr/>
            </a:lvl1pPr>
          </a:lstStyle>
          <a:p>
            <a:pPr>
              <a:defRPr/>
            </a:pPr>
            <a:fld id="{EC40828B-5CCD-4841-84E0-F22CE650FD1E}" type="slidenum">
              <a:rPr lang="en-IN" altLang="en-US"/>
              <a:pPr>
                <a:defRPr/>
              </a:pPr>
              <a:t>‹#›</a:t>
            </a:fld>
            <a:endParaRPr lang="en-IN" altLang="en-US"/>
          </a:p>
        </p:txBody>
      </p:sp>
    </p:spTree>
    <p:extLst>
      <p:ext uri="{BB962C8B-B14F-4D97-AF65-F5344CB8AC3E}">
        <p14:creationId xmlns:p14="http://schemas.microsoft.com/office/powerpoint/2010/main" val="2448594437"/>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7BC2B192-FC52-EC26-7CE9-21FEEF6C1F84}"/>
              </a:ext>
            </a:extLst>
          </p:cNvPr>
          <p:cNvSpPr>
            <a:spLocks noGrp="1"/>
          </p:cNvSpPr>
          <p:nvPr>
            <p:ph type="dt" sz="half" idx="10"/>
          </p:nvPr>
        </p:nvSpPr>
        <p:spPr/>
        <p:txBody>
          <a:bodyPr/>
          <a:lstStyle>
            <a:lvl1pPr>
              <a:defRPr/>
            </a:lvl1pPr>
          </a:lstStyle>
          <a:p>
            <a:pPr>
              <a:defRPr/>
            </a:pPr>
            <a:fld id="{08A7DDFC-51A3-405E-81C6-86AAB84FAA16}" type="datetime1">
              <a:rPr lang="en-IN"/>
              <a:pPr>
                <a:defRPr/>
              </a:pPr>
              <a:t>11-03-2025</a:t>
            </a:fld>
            <a:endParaRPr lang="en-IN"/>
          </a:p>
        </p:txBody>
      </p:sp>
      <p:sp>
        <p:nvSpPr>
          <p:cNvPr id="3" name="Footer Placeholder 4">
            <a:extLst>
              <a:ext uri="{FF2B5EF4-FFF2-40B4-BE49-F238E27FC236}">
                <a16:creationId xmlns:a16="http://schemas.microsoft.com/office/drawing/2014/main" id="{39DF25F9-8BBA-F715-A968-9D8AEA34FD77}"/>
              </a:ext>
            </a:extLst>
          </p:cNvPr>
          <p:cNvSpPr>
            <a:spLocks noGrp="1"/>
          </p:cNvSpPr>
          <p:nvPr>
            <p:ph type="ftr" sz="quarter" idx="11"/>
          </p:nvPr>
        </p:nvSpPr>
        <p:spPr/>
        <p:txBody>
          <a:bodyPr/>
          <a:lstStyle>
            <a:lvl1pPr>
              <a:defRPr/>
            </a:lvl1pPr>
          </a:lstStyle>
          <a:p>
            <a:pPr>
              <a:defRPr/>
            </a:pPr>
            <a:endParaRPr lang="en-IN"/>
          </a:p>
        </p:txBody>
      </p:sp>
      <p:sp>
        <p:nvSpPr>
          <p:cNvPr id="4" name="Slide Number Placeholder 5">
            <a:extLst>
              <a:ext uri="{FF2B5EF4-FFF2-40B4-BE49-F238E27FC236}">
                <a16:creationId xmlns:a16="http://schemas.microsoft.com/office/drawing/2014/main" id="{DF2D8F46-4A50-50AE-C905-79B49CAA14E7}"/>
              </a:ext>
            </a:extLst>
          </p:cNvPr>
          <p:cNvSpPr>
            <a:spLocks noGrp="1"/>
          </p:cNvSpPr>
          <p:nvPr>
            <p:ph type="sldNum" sz="quarter" idx="12"/>
          </p:nvPr>
        </p:nvSpPr>
        <p:spPr/>
        <p:txBody>
          <a:bodyPr/>
          <a:lstStyle>
            <a:lvl1pPr>
              <a:defRPr/>
            </a:lvl1pPr>
          </a:lstStyle>
          <a:p>
            <a:pPr>
              <a:defRPr/>
            </a:pPr>
            <a:fld id="{FD0E3CA1-DCB3-43F7-9E3A-2ABA9D51A396}" type="slidenum">
              <a:rPr lang="en-IN" altLang="en-US"/>
              <a:pPr>
                <a:defRPr/>
              </a:pPr>
              <a:t>‹#›</a:t>
            </a:fld>
            <a:endParaRPr lang="en-IN" altLang="en-US"/>
          </a:p>
        </p:txBody>
      </p:sp>
    </p:spTree>
    <p:extLst>
      <p:ext uri="{BB962C8B-B14F-4D97-AF65-F5344CB8AC3E}">
        <p14:creationId xmlns:p14="http://schemas.microsoft.com/office/powerpoint/2010/main" val="403451212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endParaRPr lang="en-IN"/>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D609176-4EB2-6967-3FD7-2B4DEA1CC5B9}"/>
              </a:ext>
            </a:extLst>
          </p:cNvPr>
          <p:cNvSpPr>
            <a:spLocks noGrp="1"/>
          </p:cNvSpPr>
          <p:nvPr>
            <p:ph type="dt" sz="half" idx="10"/>
          </p:nvPr>
        </p:nvSpPr>
        <p:spPr/>
        <p:txBody>
          <a:bodyPr/>
          <a:lstStyle>
            <a:lvl1pPr>
              <a:defRPr/>
            </a:lvl1pPr>
          </a:lstStyle>
          <a:p>
            <a:pPr>
              <a:defRPr/>
            </a:pPr>
            <a:fld id="{CB47FBDA-B581-48AC-BAE3-4D94F3CDED52}" type="datetime1">
              <a:rPr lang="en-IN"/>
              <a:pPr>
                <a:defRPr/>
              </a:pPr>
              <a:t>11-03-2025</a:t>
            </a:fld>
            <a:endParaRPr lang="en-IN"/>
          </a:p>
        </p:txBody>
      </p:sp>
      <p:sp>
        <p:nvSpPr>
          <p:cNvPr id="6" name="Footer Placeholder 4">
            <a:extLst>
              <a:ext uri="{FF2B5EF4-FFF2-40B4-BE49-F238E27FC236}">
                <a16:creationId xmlns:a16="http://schemas.microsoft.com/office/drawing/2014/main" id="{09B8B705-9122-63D2-B77C-04F3F9999668}"/>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669B3330-1403-1C8E-1726-09854E9199DC}"/>
              </a:ext>
            </a:extLst>
          </p:cNvPr>
          <p:cNvSpPr>
            <a:spLocks noGrp="1"/>
          </p:cNvSpPr>
          <p:nvPr>
            <p:ph type="sldNum" sz="quarter" idx="12"/>
          </p:nvPr>
        </p:nvSpPr>
        <p:spPr/>
        <p:txBody>
          <a:bodyPr/>
          <a:lstStyle>
            <a:lvl1pPr>
              <a:defRPr/>
            </a:lvl1pPr>
          </a:lstStyle>
          <a:p>
            <a:pPr>
              <a:defRPr/>
            </a:pPr>
            <a:fld id="{85D9F0A8-0098-442E-A10B-FC138A336928}" type="slidenum">
              <a:rPr lang="en-IN" altLang="en-US"/>
              <a:pPr>
                <a:defRPr/>
              </a:pPr>
              <a:t>‹#›</a:t>
            </a:fld>
            <a:endParaRPr lang="en-IN" altLang="en-US"/>
          </a:p>
        </p:txBody>
      </p:sp>
    </p:spTree>
    <p:extLst>
      <p:ext uri="{BB962C8B-B14F-4D97-AF65-F5344CB8AC3E}">
        <p14:creationId xmlns:p14="http://schemas.microsoft.com/office/powerpoint/2010/main" val="32883820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endParaRPr lang="en-IN"/>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IN"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BC02B659-FD0B-3C7D-26A6-232DEBB6CF1A}"/>
              </a:ext>
            </a:extLst>
          </p:cNvPr>
          <p:cNvSpPr>
            <a:spLocks noGrp="1"/>
          </p:cNvSpPr>
          <p:nvPr>
            <p:ph type="dt" sz="half" idx="10"/>
          </p:nvPr>
        </p:nvSpPr>
        <p:spPr/>
        <p:txBody>
          <a:bodyPr/>
          <a:lstStyle>
            <a:lvl1pPr>
              <a:defRPr/>
            </a:lvl1pPr>
          </a:lstStyle>
          <a:p>
            <a:pPr>
              <a:defRPr/>
            </a:pPr>
            <a:fld id="{F64FA36E-0BA7-401D-B2F9-C3A613F84479}" type="datetime1">
              <a:rPr lang="en-IN"/>
              <a:pPr>
                <a:defRPr/>
              </a:pPr>
              <a:t>11-03-2025</a:t>
            </a:fld>
            <a:endParaRPr lang="en-IN"/>
          </a:p>
        </p:txBody>
      </p:sp>
      <p:sp>
        <p:nvSpPr>
          <p:cNvPr id="6" name="Footer Placeholder 4">
            <a:extLst>
              <a:ext uri="{FF2B5EF4-FFF2-40B4-BE49-F238E27FC236}">
                <a16:creationId xmlns:a16="http://schemas.microsoft.com/office/drawing/2014/main" id="{8B319654-C37E-24AA-D90C-0F44D4D06793}"/>
              </a:ext>
            </a:extLst>
          </p:cNvPr>
          <p:cNvSpPr>
            <a:spLocks noGrp="1"/>
          </p:cNvSpPr>
          <p:nvPr>
            <p:ph type="ftr" sz="quarter" idx="11"/>
          </p:nvPr>
        </p:nvSpPr>
        <p:spPr/>
        <p:txBody>
          <a:bodyPr/>
          <a:lstStyle>
            <a:lvl1pPr>
              <a:defRPr/>
            </a:lvl1pPr>
          </a:lstStyle>
          <a:p>
            <a:pPr>
              <a:defRPr/>
            </a:pPr>
            <a:endParaRPr lang="en-IN"/>
          </a:p>
        </p:txBody>
      </p:sp>
      <p:sp>
        <p:nvSpPr>
          <p:cNvPr id="7" name="Slide Number Placeholder 5">
            <a:extLst>
              <a:ext uri="{FF2B5EF4-FFF2-40B4-BE49-F238E27FC236}">
                <a16:creationId xmlns:a16="http://schemas.microsoft.com/office/drawing/2014/main" id="{FF98E55F-55F5-9EFE-D24C-8BDABC200163}"/>
              </a:ext>
            </a:extLst>
          </p:cNvPr>
          <p:cNvSpPr>
            <a:spLocks noGrp="1"/>
          </p:cNvSpPr>
          <p:nvPr>
            <p:ph type="sldNum" sz="quarter" idx="12"/>
          </p:nvPr>
        </p:nvSpPr>
        <p:spPr/>
        <p:txBody>
          <a:bodyPr/>
          <a:lstStyle>
            <a:lvl1pPr>
              <a:defRPr/>
            </a:lvl1pPr>
          </a:lstStyle>
          <a:p>
            <a:pPr>
              <a:defRPr/>
            </a:pPr>
            <a:fld id="{9C05950F-E44A-4D03-AEE4-C78CE601A21F}" type="slidenum">
              <a:rPr lang="en-IN" altLang="en-US"/>
              <a:pPr>
                <a:defRPr/>
              </a:pPr>
              <a:t>‹#›</a:t>
            </a:fld>
            <a:endParaRPr lang="en-IN" altLang="en-US"/>
          </a:p>
        </p:txBody>
      </p:sp>
    </p:spTree>
    <p:extLst>
      <p:ext uri="{BB962C8B-B14F-4D97-AF65-F5344CB8AC3E}">
        <p14:creationId xmlns:p14="http://schemas.microsoft.com/office/powerpoint/2010/main" val="97232654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endParaRPr lang="en-IN"/>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22D8CB3A-3909-6137-B4C6-92DB2FC469FC}"/>
              </a:ext>
            </a:extLst>
          </p:cNvPr>
          <p:cNvSpPr>
            <a:spLocks noGrp="1"/>
          </p:cNvSpPr>
          <p:nvPr>
            <p:ph type="dt" sz="half" idx="10"/>
          </p:nvPr>
        </p:nvSpPr>
        <p:spPr/>
        <p:txBody>
          <a:bodyPr/>
          <a:lstStyle>
            <a:lvl1pPr>
              <a:defRPr/>
            </a:lvl1pPr>
          </a:lstStyle>
          <a:p>
            <a:pPr>
              <a:defRPr/>
            </a:pPr>
            <a:fld id="{CF50DA1B-C8FA-4187-ABB0-33AD58590065}" type="datetime1">
              <a:rPr lang="en-IN"/>
              <a:pPr>
                <a:defRPr/>
              </a:pPr>
              <a:t>11-03-2025</a:t>
            </a:fld>
            <a:endParaRPr lang="en-IN"/>
          </a:p>
        </p:txBody>
      </p:sp>
      <p:sp>
        <p:nvSpPr>
          <p:cNvPr id="5" name="Footer Placeholder 4">
            <a:extLst>
              <a:ext uri="{FF2B5EF4-FFF2-40B4-BE49-F238E27FC236}">
                <a16:creationId xmlns:a16="http://schemas.microsoft.com/office/drawing/2014/main" id="{1A211D5C-A71D-7C55-EB5F-CEE18CEAC605}"/>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A02F6D2A-01FB-5D84-6120-57C63B269444}"/>
              </a:ext>
            </a:extLst>
          </p:cNvPr>
          <p:cNvSpPr>
            <a:spLocks noGrp="1"/>
          </p:cNvSpPr>
          <p:nvPr>
            <p:ph type="sldNum" sz="quarter" idx="12"/>
          </p:nvPr>
        </p:nvSpPr>
        <p:spPr/>
        <p:txBody>
          <a:bodyPr/>
          <a:lstStyle>
            <a:lvl1pPr>
              <a:defRPr/>
            </a:lvl1pPr>
          </a:lstStyle>
          <a:p>
            <a:pPr>
              <a:defRPr/>
            </a:pPr>
            <a:fld id="{0C72CB49-361C-40EF-8929-388A1AA2B513}" type="slidenum">
              <a:rPr lang="en-IN" altLang="en-US"/>
              <a:pPr>
                <a:defRPr/>
              </a:pPr>
              <a:t>‹#›</a:t>
            </a:fld>
            <a:endParaRPr lang="en-IN" altLang="en-US"/>
          </a:p>
        </p:txBody>
      </p:sp>
    </p:spTree>
    <p:extLst>
      <p:ext uri="{BB962C8B-B14F-4D97-AF65-F5344CB8AC3E}">
        <p14:creationId xmlns:p14="http://schemas.microsoft.com/office/powerpoint/2010/main" val="179748314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endParaRPr lang="en-IN"/>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7931C07-763C-089D-1647-CE1418EBD375}"/>
              </a:ext>
            </a:extLst>
          </p:cNvPr>
          <p:cNvSpPr>
            <a:spLocks noGrp="1"/>
          </p:cNvSpPr>
          <p:nvPr>
            <p:ph type="dt" sz="half" idx="10"/>
          </p:nvPr>
        </p:nvSpPr>
        <p:spPr/>
        <p:txBody>
          <a:bodyPr/>
          <a:lstStyle>
            <a:lvl1pPr>
              <a:defRPr/>
            </a:lvl1pPr>
          </a:lstStyle>
          <a:p>
            <a:pPr>
              <a:defRPr/>
            </a:pPr>
            <a:fld id="{A12699AB-C9F3-4AE7-AA1B-BFF8045FC3D2}" type="datetime1">
              <a:rPr lang="en-IN"/>
              <a:pPr>
                <a:defRPr/>
              </a:pPr>
              <a:t>11-03-2025</a:t>
            </a:fld>
            <a:endParaRPr lang="en-IN"/>
          </a:p>
        </p:txBody>
      </p:sp>
      <p:sp>
        <p:nvSpPr>
          <p:cNvPr id="5" name="Footer Placeholder 4">
            <a:extLst>
              <a:ext uri="{FF2B5EF4-FFF2-40B4-BE49-F238E27FC236}">
                <a16:creationId xmlns:a16="http://schemas.microsoft.com/office/drawing/2014/main" id="{01B0266F-BAF5-6529-E975-A071DC84C8B4}"/>
              </a:ext>
            </a:extLst>
          </p:cNvPr>
          <p:cNvSpPr>
            <a:spLocks noGrp="1"/>
          </p:cNvSpPr>
          <p:nvPr>
            <p:ph type="ftr" sz="quarter" idx="11"/>
          </p:nvPr>
        </p:nvSpPr>
        <p:spPr/>
        <p:txBody>
          <a:bodyPr/>
          <a:lstStyle>
            <a:lvl1pPr>
              <a:defRPr/>
            </a:lvl1pPr>
          </a:lstStyle>
          <a:p>
            <a:pPr>
              <a:defRPr/>
            </a:pPr>
            <a:endParaRPr lang="en-IN"/>
          </a:p>
        </p:txBody>
      </p:sp>
      <p:sp>
        <p:nvSpPr>
          <p:cNvPr id="6" name="Slide Number Placeholder 5">
            <a:extLst>
              <a:ext uri="{FF2B5EF4-FFF2-40B4-BE49-F238E27FC236}">
                <a16:creationId xmlns:a16="http://schemas.microsoft.com/office/drawing/2014/main" id="{D8E48819-9A5B-B5CE-5495-D8E4A04B5575}"/>
              </a:ext>
            </a:extLst>
          </p:cNvPr>
          <p:cNvSpPr>
            <a:spLocks noGrp="1"/>
          </p:cNvSpPr>
          <p:nvPr>
            <p:ph type="sldNum" sz="quarter" idx="12"/>
          </p:nvPr>
        </p:nvSpPr>
        <p:spPr/>
        <p:txBody>
          <a:bodyPr/>
          <a:lstStyle>
            <a:lvl1pPr>
              <a:defRPr/>
            </a:lvl1pPr>
          </a:lstStyle>
          <a:p>
            <a:pPr>
              <a:defRPr/>
            </a:pPr>
            <a:fld id="{6771175E-D967-40C8-B593-BD5FCFAADD70}" type="slidenum">
              <a:rPr lang="en-IN" altLang="en-US"/>
              <a:pPr>
                <a:defRPr/>
              </a:pPr>
              <a:t>‹#›</a:t>
            </a:fld>
            <a:endParaRPr lang="en-IN" altLang="en-US"/>
          </a:p>
        </p:txBody>
      </p:sp>
    </p:spTree>
    <p:extLst>
      <p:ext uri="{BB962C8B-B14F-4D97-AF65-F5344CB8AC3E}">
        <p14:creationId xmlns:p14="http://schemas.microsoft.com/office/powerpoint/2010/main" val="1690315195"/>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matchingName="25_Title Slide">
  <p:cSld name="25_Title Slide">
    <p:spTree>
      <p:nvGrpSpPr>
        <p:cNvPr id="1" name="Shape 20"/>
        <p:cNvGrpSpPr/>
        <p:nvPr/>
      </p:nvGrpSpPr>
      <p:grpSpPr>
        <a:xfrm>
          <a:off x="0" y="0"/>
          <a:ext cx="0" cy="0"/>
          <a:chOff x="0" y="0"/>
          <a:chExt cx="0" cy="0"/>
        </a:xfrm>
      </p:grpSpPr>
    </p:spTree>
    <p:extLst>
      <p:ext uri="{BB962C8B-B14F-4D97-AF65-F5344CB8AC3E}">
        <p14:creationId xmlns:p14="http://schemas.microsoft.com/office/powerpoint/2010/main" val="1974804101"/>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a:extLst>
              <a:ext uri="{FF2B5EF4-FFF2-40B4-BE49-F238E27FC236}">
                <a16:creationId xmlns:a16="http://schemas.microsoft.com/office/drawing/2014/main" id="{8FACCEF7-C33A-C7E4-7DEA-F9EC693940A8}"/>
              </a:ext>
            </a:extLst>
          </p:cNvPr>
          <p:cNvSpPr>
            <a:spLocks noGrp="1"/>
          </p:cNvSpPr>
          <p:nvPr>
            <p:ph type="dt" sz="half" idx="10"/>
          </p:nvPr>
        </p:nvSpPr>
        <p:spPr/>
        <p:txBody>
          <a:bodyPr/>
          <a:lstStyle>
            <a:lvl1pPr>
              <a:defRPr/>
            </a:lvl1pPr>
          </a:lstStyle>
          <a:p>
            <a:pPr>
              <a:defRPr/>
            </a:pPr>
            <a:fld id="{CE258103-1641-47B0-8893-515EB36F3966}" type="datetime1">
              <a:rPr lang="en-IN"/>
              <a:pPr>
                <a:defRPr/>
              </a:pPr>
              <a:t>11-03-2025</a:t>
            </a:fld>
            <a:endParaRPr lang="en-US"/>
          </a:p>
        </p:txBody>
      </p:sp>
      <p:sp>
        <p:nvSpPr>
          <p:cNvPr id="5" name="Footer Placeholder 4">
            <a:extLst>
              <a:ext uri="{FF2B5EF4-FFF2-40B4-BE49-F238E27FC236}">
                <a16:creationId xmlns:a16="http://schemas.microsoft.com/office/drawing/2014/main" id="{4996AB9C-3F77-75C7-5E53-02726EC31D4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8FD083D0-933C-701B-D4A7-901F24771327}"/>
              </a:ext>
            </a:extLst>
          </p:cNvPr>
          <p:cNvSpPr>
            <a:spLocks noGrp="1"/>
          </p:cNvSpPr>
          <p:nvPr>
            <p:ph type="sldNum" sz="quarter" idx="12"/>
          </p:nvPr>
        </p:nvSpPr>
        <p:spPr/>
        <p:txBody>
          <a:bodyPr/>
          <a:lstStyle>
            <a:lvl1pPr>
              <a:defRPr/>
            </a:lvl1pPr>
          </a:lstStyle>
          <a:p>
            <a:pPr>
              <a:defRPr/>
            </a:pPr>
            <a:fld id="{3DFB6986-76A8-4563-84BE-2BB60335EEB8}" type="slidenum">
              <a:rPr lang="en-US" altLang="en-US"/>
              <a:pPr>
                <a:defRPr/>
              </a:pPr>
              <a:t>‹#›</a:t>
            </a:fld>
            <a:endParaRPr lang="en-US" altLang="en-US"/>
          </a:p>
        </p:txBody>
      </p:sp>
    </p:spTree>
    <p:extLst>
      <p:ext uri="{BB962C8B-B14F-4D97-AF65-F5344CB8AC3E}">
        <p14:creationId xmlns:p14="http://schemas.microsoft.com/office/powerpoint/2010/main" val="2512094465"/>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4FC0F7FD-A927-AF14-FB1A-44CD40A8D24D}"/>
              </a:ext>
            </a:extLst>
          </p:cNvPr>
          <p:cNvSpPr>
            <a:spLocks noGrp="1"/>
          </p:cNvSpPr>
          <p:nvPr>
            <p:ph type="dt" sz="half" idx="10"/>
          </p:nvPr>
        </p:nvSpPr>
        <p:spPr/>
        <p:txBody>
          <a:bodyPr/>
          <a:lstStyle>
            <a:lvl1pPr>
              <a:defRPr/>
            </a:lvl1pPr>
          </a:lstStyle>
          <a:p>
            <a:pPr>
              <a:defRPr/>
            </a:pPr>
            <a:fld id="{DF894742-5E84-4476-B971-F4D95629E31F}" type="datetime1">
              <a:rPr lang="en-IN"/>
              <a:pPr>
                <a:defRPr/>
              </a:pPr>
              <a:t>11-03-2025</a:t>
            </a:fld>
            <a:endParaRPr lang="en-US"/>
          </a:p>
        </p:txBody>
      </p:sp>
      <p:sp>
        <p:nvSpPr>
          <p:cNvPr id="5" name="Footer Placeholder 4">
            <a:extLst>
              <a:ext uri="{FF2B5EF4-FFF2-40B4-BE49-F238E27FC236}">
                <a16:creationId xmlns:a16="http://schemas.microsoft.com/office/drawing/2014/main" id="{D9F2CFB6-29D6-EFE1-56C9-66FDA6592A8D}"/>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5A769E01-6730-4270-1044-9CD22F065515}"/>
              </a:ext>
            </a:extLst>
          </p:cNvPr>
          <p:cNvSpPr>
            <a:spLocks noGrp="1"/>
          </p:cNvSpPr>
          <p:nvPr>
            <p:ph type="sldNum" sz="quarter" idx="12"/>
          </p:nvPr>
        </p:nvSpPr>
        <p:spPr/>
        <p:txBody>
          <a:bodyPr/>
          <a:lstStyle>
            <a:lvl1pPr>
              <a:defRPr/>
            </a:lvl1pPr>
          </a:lstStyle>
          <a:p>
            <a:pPr>
              <a:defRPr/>
            </a:pPr>
            <a:fld id="{2B29C4DB-C747-4AE8-837B-865F1B736FE2}" type="slidenum">
              <a:rPr lang="en-US" altLang="en-US"/>
              <a:pPr>
                <a:defRPr/>
              </a:pPr>
              <a:t>‹#›</a:t>
            </a:fld>
            <a:endParaRPr lang="en-US" altLang="en-US"/>
          </a:p>
        </p:txBody>
      </p:sp>
    </p:spTree>
    <p:extLst>
      <p:ext uri="{BB962C8B-B14F-4D97-AF65-F5344CB8AC3E}">
        <p14:creationId xmlns:p14="http://schemas.microsoft.com/office/powerpoint/2010/main" val="48267331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4750550B-7BF7-2E40-DC09-0EE3BE346585}"/>
              </a:ext>
            </a:extLst>
          </p:cNvPr>
          <p:cNvSpPr>
            <a:spLocks noGrp="1"/>
          </p:cNvSpPr>
          <p:nvPr>
            <p:ph type="dt" sz="half" idx="10"/>
          </p:nvPr>
        </p:nvSpPr>
        <p:spPr/>
        <p:txBody>
          <a:bodyPr/>
          <a:lstStyle>
            <a:lvl1pPr>
              <a:defRPr/>
            </a:lvl1pPr>
          </a:lstStyle>
          <a:p>
            <a:pPr>
              <a:defRPr/>
            </a:pPr>
            <a:fld id="{6F0C1C8F-7BA3-4952-AF42-0BEB48EC117E}" type="datetime1">
              <a:rPr lang="en-IN"/>
              <a:pPr>
                <a:defRPr/>
              </a:pPr>
              <a:t>11-03-2025</a:t>
            </a:fld>
            <a:endParaRPr lang="en-US"/>
          </a:p>
        </p:txBody>
      </p:sp>
      <p:sp>
        <p:nvSpPr>
          <p:cNvPr id="5" name="Footer Placeholder 4">
            <a:extLst>
              <a:ext uri="{FF2B5EF4-FFF2-40B4-BE49-F238E27FC236}">
                <a16:creationId xmlns:a16="http://schemas.microsoft.com/office/drawing/2014/main" id="{3416CA01-B132-E5E6-E62F-18086BE31253}"/>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6AAD1FD3-4097-97A8-BEFB-4365FCFFE7E3}"/>
              </a:ext>
            </a:extLst>
          </p:cNvPr>
          <p:cNvSpPr>
            <a:spLocks noGrp="1"/>
          </p:cNvSpPr>
          <p:nvPr>
            <p:ph type="sldNum" sz="quarter" idx="12"/>
          </p:nvPr>
        </p:nvSpPr>
        <p:spPr/>
        <p:txBody>
          <a:bodyPr/>
          <a:lstStyle>
            <a:lvl1pPr>
              <a:defRPr/>
            </a:lvl1pPr>
          </a:lstStyle>
          <a:p>
            <a:pPr>
              <a:defRPr/>
            </a:pPr>
            <a:fld id="{A2F22034-613B-4697-81DA-5BCD21C817EE}" type="slidenum">
              <a:rPr lang="en-US" altLang="en-US"/>
              <a:pPr>
                <a:defRPr/>
              </a:pPr>
              <a:t>‹#›</a:t>
            </a:fld>
            <a:endParaRPr lang="en-US" altLang="en-US"/>
          </a:p>
        </p:txBody>
      </p:sp>
    </p:spTree>
    <p:extLst>
      <p:ext uri="{BB962C8B-B14F-4D97-AF65-F5344CB8AC3E}">
        <p14:creationId xmlns:p14="http://schemas.microsoft.com/office/powerpoint/2010/main" val="3184543192"/>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3">
            <a:extLst>
              <a:ext uri="{FF2B5EF4-FFF2-40B4-BE49-F238E27FC236}">
                <a16:creationId xmlns:a16="http://schemas.microsoft.com/office/drawing/2014/main" id="{F4B3DCF0-97EE-F1A2-24F8-B8BE6A9643C8}"/>
              </a:ext>
            </a:extLst>
          </p:cNvPr>
          <p:cNvSpPr>
            <a:spLocks noGrp="1"/>
          </p:cNvSpPr>
          <p:nvPr>
            <p:ph type="dt" sz="half" idx="10"/>
          </p:nvPr>
        </p:nvSpPr>
        <p:spPr/>
        <p:txBody>
          <a:bodyPr/>
          <a:lstStyle>
            <a:lvl1pPr>
              <a:defRPr/>
            </a:lvl1pPr>
          </a:lstStyle>
          <a:p>
            <a:pPr>
              <a:defRPr/>
            </a:pPr>
            <a:fld id="{BCFA0EBF-DC4F-4E8D-BDD8-B9F61D978D0F}" type="datetime1">
              <a:rPr lang="en-IN"/>
              <a:pPr>
                <a:defRPr/>
              </a:pPr>
              <a:t>11-03-2025</a:t>
            </a:fld>
            <a:endParaRPr lang="en-US"/>
          </a:p>
        </p:txBody>
      </p:sp>
      <p:sp>
        <p:nvSpPr>
          <p:cNvPr id="6" name="Footer Placeholder 4">
            <a:extLst>
              <a:ext uri="{FF2B5EF4-FFF2-40B4-BE49-F238E27FC236}">
                <a16:creationId xmlns:a16="http://schemas.microsoft.com/office/drawing/2014/main" id="{FC3E9B97-5042-2FBC-399A-26280FC59D9A}"/>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0A2D4C53-FE6B-67B6-307F-A202BEA8CFCB}"/>
              </a:ext>
            </a:extLst>
          </p:cNvPr>
          <p:cNvSpPr>
            <a:spLocks noGrp="1"/>
          </p:cNvSpPr>
          <p:nvPr>
            <p:ph type="sldNum" sz="quarter" idx="12"/>
          </p:nvPr>
        </p:nvSpPr>
        <p:spPr/>
        <p:txBody>
          <a:bodyPr/>
          <a:lstStyle>
            <a:lvl1pPr>
              <a:defRPr/>
            </a:lvl1pPr>
          </a:lstStyle>
          <a:p>
            <a:pPr>
              <a:defRPr/>
            </a:pPr>
            <a:fld id="{DE4DE74C-431C-46FE-B501-DA9A14F08357}" type="slidenum">
              <a:rPr lang="en-US" altLang="en-US"/>
              <a:pPr>
                <a:defRPr/>
              </a:pPr>
              <a:t>‹#›</a:t>
            </a:fld>
            <a:endParaRPr lang="en-US" altLang="en-US"/>
          </a:p>
        </p:txBody>
      </p:sp>
    </p:spTree>
    <p:extLst>
      <p:ext uri="{BB962C8B-B14F-4D97-AF65-F5344CB8AC3E}">
        <p14:creationId xmlns:p14="http://schemas.microsoft.com/office/powerpoint/2010/main" val="358410761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3">
            <a:extLst>
              <a:ext uri="{FF2B5EF4-FFF2-40B4-BE49-F238E27FC236}">
                <a16:creationId xmlns:a16="http://schemas.microsoft.com/office/drawing/2014/main" id="{601EB2C2-D592-DECA-576B-D83F5F6F6B67}"/>
              </a:ext>
            </a:extLst>
          </p:cNvPr>
          <p:cNvSpPr>
            <a:spLocks noGrp="1"/>
          </p:cNvSpPr>
          <p:nvPr>
            <p:ph type="dt" sz="half" idx="10"/>
          </p:nvPr>
        </p:nvSpPr>
        <p:spPr/>
        <p:txBody>
          <a:bodyPr/>
          <a:lstStyle>
            <a:lvl1pPr>
              <a:defRPr/>
            </a:lvl1pPr>
          </a:lstStyle>
          <a:p>
            <a:pPr>
              <a:defRPr/>
            </a:pPr>
            <a:fld id="{C0F88350-D58D-4EB1-A19B-E19CA37C95BF}" type="datetime1">
              <a:rPr lang="en-IN"/>
              <a:pPr>
                <a:defRPr/>
              </a:pPr>
              <a:t>11-03-2025</a:t>
            </a:fld>
            <a:endParaRPr lang="en-US"/>
          </a:p>
        </p:txBody>
      </p:sp>
      <p:sp>
        <p:nvSpPr>
          <p:cNvPr id="8" name="Footer Placeholder 4">
            <a:extLst>
              <a:ext uri="{FF2B5EF4-FFF2-40B4-BE49-F238E27FC236}">
                <a16:creationId xmlns:a16="http://schemas.microsoft.com/office/drawing/2014/main" id="{DC74F97B-9F59-09B4-3225-4A6511F96DA8}"/>
              </a:ext>
            </a:extLst>
          </p:cNvPr>
          <p:cNvSpPr>
            <a:spLocks noGrp="1"/>
          </p:cNvSpPr>
          <p:nvPr>
            <p:ph type="ftr" sz="quarter" idx="11"/>
          </p:nvPr>
        </p:nvSpPr>
        <p:spPr/>
        <p:txBody>
          <a:bodyPr/>
          <a:lstStyle>
            <a:lvl1pPr>
              <a:defRPr/>
            </a:lvl1pPr>
          </a:lstStyle>
          <a:p>
            <a:pPr>
              <a:defRPr/>
            </a:pPr>
            <a:endParaRPr lang="en-US"/>
          </a:p>
        </p:txBody>
      </p:sp>
      <p:sp>
        <p:nvSpPr>
          <p:cNvPr id="9" name="Slide Number Placeholder 5">
            <a:extLst>
              <a:ext uri="{FF2B5EF4-FFF2-40B4-BE49-F238E27FC236}">
                <a16:creationId xmlns:a16="http://schemas.microsoft.com/office/drawing/2014/main" id="{87CF2640-FAC1-F444-FE1E-85838CADCD7A}"/>
              </a:ext>
            </a:extLst>
          </p:cNvPr>
          <p:cNvSpPr>
            <a:spLocks noGrp="1"/>
          </p:cNvSpPr>
          <p:nvPr>
            <p:ph type="sldNum" sz="quarter" idx="12"/>
          </p:nvPr>
        </p:nvSpPr>
        <p:spPr/>
        <p:txBody>
          <a:bodyPr/>
          <a:lstStyle>
            <a:lvl1pPr>
              <a:defRPr/>
            </a:lvl1pPr>
          </a:lstStyle>
          <a:p>
            <a:pPr>
              <a:defRPr/>
            </a:pPr>
            <a:fld id="{0F987891-DE11-4B4D-A2FA-36DAD7B98DEB}" type="slidenum">
              <a:rPr lang="en-US" altLang="en-US"/>
              <a:pPr>
                <a:defRPr/>
              </a:pPr>
              <a:t>‹#›</a:t>
            </a:fld>
            <a:endParaRPr lang="en-US" altLang="en-US"/>
          </a:p>
        </p:txBody>
      </p:sp>
    </p:spTree>
    <p:extLst>
      <p:ext uri="{BB962C8B-B14F-4D97-AF65-F5344CB8AC3E}">
        <p14:creationId xmlns:p14="http://schemas.microsoft.com/office/powerpoint/2010/main" val="751343339"/>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3">
            <a:extLst>
              <a:ext uri="{FF2B5EF4-FFF2-40B4-BE49-F238E27FC236}">
                <a16:creationId xmlns:a16="http://schemas.microsoft.com/office/drawing/2014/main" id="{CC69E7DF-BD88-CF70-68EB-D1696441E713}"/>
              </a:ext>
            </a:extLst>
          </p:cNvPr>
          <p:cNvSpPr>
            <a:spLocks noGrp="1"/>
          </p:cNvSpPr>
          <p:nvPr>
            <p:ph type="dt" sz="half" idx="10"/>
          </p:nvPr>
        </p:nvSpPr>
        <p:spPr/>
        <p:txBody>
          <a:bodyPr/>
          <a:lstStyle>
            <a:lvl1pPr>
              <a:defRPr/>
            </a:lvl1pPr>
          </a:lstStyle>
          <a:p>
            <a:pPr>
              <a:defRPr/>
            </a:pPr>
            <a:fld id="{A73C4A03-8E2D-43EC-8A5F-CB10FC4281A2}" type="datetime1">
              <a:rPr lang="en-IN"/>
              <a:pPr>
                <a:defRPr/>
              </a:pPr>
              <a:t>11-03-2025</a:t>
            </a:fld>
            <a:endParaRPr lang="en-US"/>
          </a:p>
        </p:txBody>
      </p:sp>
      <p:sp>
        <p:nvSpPr>
          <p:cNvPr id="4" name="Footer Placeholder 4">
            <a:extLst>
              <a:ext uri="{FF2B5EF4-FFF2-40B4-BE49-F238E27FC236}">
                <a16:creationId xmlns:a16="http://schemas.microsoft.com/office/drawing/2014/main" id="{0DA0AE05-61AB-F166-DAC3-49FAA7D2DF37}"/>
              </a:ext>
            </a:extLst>
          </p:cNvPr>
          <p:cNvSpPr>
            <a:spLocks noGrp="1"/>
          </p:cNvSpPr>
          <p:nvPr>
            <p:ph type="ftr" sz="quarter" idx="11"/>
          </p:nvPr>
        </p:nvSpPr>
        <p:spPr/>
        <p:txBody>
          <a:bodyPr/>
          <a:lstStyle>
            <a:lvl1pPr>
              <a:defRPr/>
            </a:lvl1pPr>
          </a:lstStyle>
          <a:p>
            <a:pPr>
              <a:defRPr/>
            </a:pPr>
            <a:endParaRPr lang="en-US"/>
          </a:p>
        </p:txBody>
      </p:sp>
      <p:sp>
        <p:nvSpPr>
          <p:cNvPr id="5" name="Slide Number Placeholder 5">
            <a:extLst>
              <a:ext uri="{FF2B5EF4-FFF2-40B4-BE49-F238E27FC236}">
                <a16:creationId xmlns:a16="http://schemas.microsoft.com/office/drawing/2014/main" id="{F9A0FBB6-6E34-40D3-F679-6C474F407808}"/>
              </a:ext>
            </a:extLst>
          </p:cNvPr>
          <p:cNvSpPr>
            <a:spLocks noGrp="1"/>
          </p:cNvSpPr>
          <p:nvPr>
            <p:ph type="sldNum" sz="quarter" idx="12"/>
          </p:nvPr>
        </p:nvSpPr>
        <p:spPr/>
        <p:txBody>
          <a:bodyPr/>
          <a:lstStyle>
            <a:lvl1pPr>
              <a:defRPr/>
            </a:lvl1pPr>
          </a:lstStyle>
          <a:p>
            <a:pPr>
              <a:defRPr/>
            </a:pPr>
            <a:fld id="{0197AB44-B14B-49AB-9A6D-472AB2E5E90D}" type="slidenum">
              <a:rPr lang="en-US" altLang="en-US"/>
              <a:pPr>
                <a:defRPr/>
              </a:pPr>
              <a:t>‹#›</a:t>
            </a:fld>
            <a:endParaRPr lang="en-US" altLang="en-US"/>
          </a:p>
        </p:txBody>
      </p:sp>
    </p:spTree>
    <p:extLst>
      <p:ext uri="{BB962C8B-B14F-4D97-AF65-F5344CB8AC3E}">
        <p14:creationId xmlns:p14="http://schemas.microsoft.com/office/powerpoint/2010/main" val="2930935415"/>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3">
            <a:extLst>
              <a:ext uri="{FF2B5EF4-FFF2-40B4-BE49-F238E27FC236}">
                <a16:creationId xmlns:a16="http://schemas.microsoft.com/office/drawing/2014/main" id="{244AE758-FC13-36B4-D622-B2E5DF8AC3A1}"/>
              </a:ext>
            </a:extLst>
          </p:cNvPr>
          <p:cNvSpPr>
            <a:spLocks noGrp="1"/>
          </p:cNvSpPr>
          <p:nvPr>
            <p:ph type="dt" sz="half" idx="10"/>
          </p:nvPr>
        </p:nvSpPr>
        <p:spPr/>
        <p:txBody>
          <a:bodyPr/>
          <a:lstStyle>
            <a:lvl1pPr>
              <a:defRPr/>
            </a:lvl1pPr>
          </a:lstStyle>
          <a:p>
            <a:pPr>
              <a:defRPr/>
            </a:pPr>
            <a:fld id="{3F71AFDB-8663-4ACD-94EE-D60BA74CD253}" type="datetime1">
              <a:rPr lang="en-IN"/>
              <a:pPr>
                <a:defRPr/>
              </a:pPr>
              <a:t>11-03-2025</a:t>
            </a:fld>
            <a:endParaRPr lang="en-US"/>
          </a:p>
        </p:txBody>
      </p:sp>
      <p:sp>
        <p:nvSpPr>
          <p:cNvPr id="3" name="Footer Placeholder 4">
            <a:extLst>
              <a:ext uri="{FF2B5EF4-FFF2-40B4-BE49-F238E27FC236}">
                <a16:creationId xmlns:a16="http://schemas.microsoft.com/office/drawing/2014/main" id="{5D18D796-6140-4938-13BA-57E45EF42717}"/>
              </a:ext>
            </a:extLst>
          </p:cNvPr>
          <p:cNvSpPr>
            <a:spLocks noGrp="1"/>
          </p:cNvSpPr>
          <p:nvPr>
            <p:ph type="ftr" sz="quarter" idx="11"/>
          </p:nvPr>
        </p:nvSpPr>
        <p:spPr/>
        <p:txBody>
          <a:bodyPr/>
          <a:lstStyle>
            <a:lvl1pPr>
              <a:defRPr/>
            </a:lvl1pPr>
          </a:lstStyle>
          <a:p>
            <a:pPr>
              <a:defRPr/>
            </a:pPr>
            <a:endParaRPr lang="en-US"/>
          </a:p>
        </p:txBody>
      </p:sp>
      <p:sp>
        <p:nvSpPr>
          <p:cNvPr id="4" name="Slide Number Placeholder 5">
            <a:extLst>
              <a:ext uri="{FF2B5EF4-FFF2-40B4-BE49-F238E27FC236}">
                <a16:creationId xmlns:a16="http://schemas.microsoft.com/office/drawing/2014/main" id="{DA227ECB-71F0-FC9B-F397-1E30CC65239C}"/>
              </a:ext>
            </a:extLst>
          </p:cNvPr>
          <p:cNvSpPr>
            <a:spLocks noGrp="1"/>
          </p:cNvSpPr>
          <p:nvPr>
            <p:ph type="sldNum" sz="quarter" idx="12"/>
          </p:nvPr>
        </p:nvSpPr>
        <p:spPr/>
        <p:txBody>
          <a:bodyPr/>
          <a:lstStyle>
            <a:lvl1pPr>
              <a:defRPr/>
            </a:lvl1pPr>
          </a:lstStyle>
          <a:p>
            <a:pPr>
              <a:defRPr/>
            </a:pPr>
            <a:fld id="{D7002663-0DB2-44D3-94F0-2DEAC8EF8D50}" type="slidenum">
              <a:rPr lang="en-US" altLang="en-US"/>
              <a:pPr>
                <a:defRPr/>
              </a:pPr>
              <a:t>‹#›</a:t>
            </a:fld>
            <a:endParaRPr lang="en-US" altLang="en-US"/>
          </a:p>
        </p:txBody>
      </p:sp>
    </p:spTree>
    <p:extLst>
      <p:ext uri="{BB962C8B-B14F-4D97-AF65-F5344CB8AC3E}">
        <p14:creationId xmlns:p14="http://schemas.microsoft.com/office/powerpoint/2010/main" val="4182621783"/>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6424E122-36CC-6A3F-BA55-FEDA14CD501E}"/>
              </a:ext>
            </a:extLst>
          </p:cNvPr>
          <p:cNvSpPr>
            <a:spLocks noGrp="1"/>
          </p:cNvSpPr>
          <p:nvPr>
            <p:ph type="dt" sz="half" idx="10"/>
          </p:nvPr>
        </p:nvSpPr>
        <p:spPr/>
        <p:txBody>
          <a:bodyPr/>
          <a:lstStyle>
            <a:lvl1pPr>
              <a:defRPr/>
            </a:lvl1pPr>
          </a:lstStyle>
          <a:p>
            <a:pPr>
              <a:defRPr/>
            </a:pPr>
            <a:fld id="{33E698AC-9028-4B20-8EAD-AC39355956E4}" type="datetime1">
              <a:rPr lang="en-IN"/>
              <a:pPr>
                <a:defRPr/>
              </a:pPr>
              <a:t>11-03-2025</a:t>
            </a:fld>
            <a:endParaRPr lang="en-US"/>
          </a:p>
        </p:txBody>
      </p:sp>
      <p:sp>
        <p:nvSpPr>
          <p:cNvPr id="6" name="Footer Placeholder 4">
            <a:extLst>
              <a:ext uri="{FF2B5EF4-FFF2-40B4-BE49-F238E27FC236}">
                <a16:creationId xmlns:a16="http://schemas.microsoft.com/office/drawing/2014/main" id="{DE02D7AB-33BD-17DD-7BD7-9AE75852AFDC}"/>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29CC2C6-4304-F2A1-8336-FC310D10A8CB}"/>
              </a:ext>
            </a:extLst>
          </p:cNvPr>
          <p:cNvSpPr>
            <a:spLocks noGrp="1"/>
          </p:cNvSpPr>
          <p:nvPr>
            <p:ph type="sldNum" sz="quarter" idx="12"/>
          </p:nvPr>
        </p:nvSpPr>
        <p:spPr/>
        <p:txBody>
          <a:bodyPr/>
          <a:lstStyle>
            <a:lvl1pPr>
              <a:defRPr/>
            </a:lvl1pPr>
          </a:lstStyle>
          <a:p>
            <a:pPr>
              <a:defRPr/>
            </a:pPr>
            <a:fld id="{5D26C03F-CDE2-4276-9C6B-C2B9BF47D592}" type="slidenum">
              <a:rPr lang="en-US" altLang="en-US"/>
              <a:pPr>
                <a:defRPr/>
              </a:pPr>
              <a:t>‹#›</a:t>
            </a:fld>
            <a:endParaRPr lang="en-US" altLang="en-US"/>
          </a:p>
        </p:txBody>
      </p:sp>
    </p:spTree>
    <p:extLst>
      <p:ext uri="{BB962C8B-B14F-4D97-AF65-F5344CB8AC3E}">
        <p14:creationId xmlns:p14="http://schemas.microsoft.com/office/powerpoint/2010/main" val="412822644"/>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rtlCol="0">
            <a:normAutofit/>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en-US" noProof="0"/>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3">
            <a:extLst>
              <a:ext uri="{FF2B5EF4-FFF2-40B4-BE49-F238E27FC236}">
                <a16:creationId xmlns:a16="http://schemas.microsoft.com/office/drawing/2014/main" id="{FC4E67F2-FB4D-7B2B-961B-6848164A6E65}"/>
              </a:ext>
            </a:extLst>
          </p:cNvPr>
          <p:cNvSpPr>
            <a:spLocks noGrp="1"/>
          </p:cNvSpPr>
          <p:nvPr>
            <p:ph type="dt" sz="half" idx="10"/>
          </p:nvPr>
        </p:nvSpPr>
        <p:spPr/>
        <p:txBody>
          <a:bodyPr/>
          <a:lstStyle>
            <a:lvl1pPr>
              <a:defRPr/>
            </a:lvl1pPr>
          </a:lstStyle>
          <a:p>
            <a:pPr>
              <a:defRPr/>
            </a:pPr>
            <a:fld id="{DBB20861-80A1-4B8D-9A25-2012D54AA462}" type="datetime1">
              <a:rPr lang="en-IN"/>
              <a:pPr>
                <a:defRPr/>
              </a:pPr>
              <a:t>11-03-2025</a:t>
            </a:fld>
            <a:endParaRPr lang="en-US"/>
          </a:p>
        </p:txBody>
      </p:sp>
      <p:sp>
        <p:nvSpPr>
          <p:cNvPr id="6" name="Footer Placeholder 4">
            <a:extLst>
              <a:ext uri="{FF2B5EF4-FFF2-40B4-BE49-F238E27FC236}">
                <a16:creationId xmlns:a16="http://schemas.microsoft.com/office/drawing/2014/main" id="{8CE4EED5-B9B5-B4B7-720E-F7DA8F236DEB}"/>
              </a:ext>
            </a:extLst>
          </p:cNvPr>
          <p:cNvSpPr>
            <a:spLocks noGrp="1"/>
          </p:cNvSpPr>
          <p:nvPr>
            <p:ph type="ftr" sz="quarter" idx="11"/>
          </p:nvPr>
        </p:nvSpPr>
        <p:spPr/>
        <p:txBody>
          <a:bodyPr/>
          <a:lstStyle>
            <a:lvl1pPr>
              <a:defRPr/>
            </a:lvl1pPr>
          </a:lstStyle>
          <a:p>
            <a:pPr>
              <a:defRPr/>
            </a:pPr>
            <a:endParaRPr lang="en-US"/>
          </a:p>
        </p:txBody>
      </p:sp>
      <p:sp>
        <p:nvSpPr>
          <p:cNvPr id="7" name="Slide Number Placeholder 5">
            <a:extLst>
              <a:ext uri="{FF2B5EF4-FFF2-40B4-BE49-F238E27FC236}">
                <a16:creationId xmlns:a16="http://schemas.microsoft.com/office/drawing/2014/main" id="{AA9AC076-6719-6210-32DC-C20B80B7F153}"/>
              </a:ext>
            </a:extLst>
          </p:cNvPr>
          <p:cNvSpPr>
            <a:spLocks noGrp="1"/>
          </p:cNvSpPr>
          <p:nvPr>
            <p:ph type="sldNum" sz="quarter" idx="12"/>
          </p:nvPr>
        </p:nvSpPr>
        <p:spPr/>
        <p:txBody>
          <a:bodyPr/>
          <a:lstStyle>
            <a:lvl1pPr>
              <a:defRPr/>
            </a:lvl1pPr>
          </a:lstStyle>
          <a:p>
            <a:pPr>
              <a:defRPr/>
            </a:pPr>
            <a:fld id="{4D16333E-0DDE-4426-9190-6CE2C2D6D90F}" type="slidenum">
              <a:rPr lang="en-US" altLang="en-US"/>
              <a:pPr>
                <a:defRPr/>
              </a:pPr>
              <a:t>‹#›</a:t>
            </a:fld>
            <a:endParaRPr lang="en-US" altLang="en-US"/>
          </a:p>
        </p:txBody>
      </p:sp>
    </p:spTree>
    <p:extLst>
      <p:ext uri="{BB962C8B-B14F-4D97-AF65-F5344CB8AC3E}">
        <p14:creationId xmlns:p14="http://schemas.microsoft.com/office/powerpoint/2010/main" val="326615661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1F6E37B6-227D-5210-960C-E64F39D2CB51}"/>
              </a:ext>
            </a:extLst>
          </p:cNvPr>
          <p:cNvSpPr>
            <a:spLocks noGrp="1"/>
          </p:cNvSpPr>
          <p:nvPr>
            <p:ph type="dt" sz="half" idx="10"/>
          </p:nvPr>
        </p:nvSpPr>
        <p:spPr/>
        <p:txBody>
          <a:bodyPr/>
          <a:lstStyle>
            <a:lvl1pPr>
              <a:defRPr/>
            </a:lvl1pPr>
          </a:lstStyle>
          <a:p>
            <a:pPr>
              <a:defRPr/>
            </a:pPr>
            <a:fld id="{9C78C5D7-61CA-4F92-91C6-5BF19265CA75}" type="datetime1">
              <a:rPr lang="en-IN"/>
              <a:pPr>
                <a:defRPr/>
              </a:pPr>
              <a:t>11-03-2025</a:t>
            </a:fld>
            <a:endParaRPr lang="en-US"/>
          </a:p>
        </p:txBody>
      </p:sp>
      <p:sp>
        <p:nvSpPr>
          <p:cNvPr id="5" name="Footer Placeholder 4">
            <a:extLst>
              <a:ext uri="{FF2B5EF4-FFF2-40B4-BE49-F238E27FC236}">
                <a16:creationId xmlns:a16="http://schemas.microsoft.com/office/drawing/2014/main" id="{14E7DFBC-F59C-4621-54DA-267164A212DB}"/>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F0702D22-B4B9-F70C-9A93-2E46D5AFA5F2}"/>
              </a:ext>
            </a:extLst>
          </p:cNvPr>
          <p:cNvSpPr>
            <a:spLocks noGrp="1"/>
          </p:cNvSpPr>
          <p:nvPr>
            <p:ph type="sldNum" sz="quarter" idx="12"/>
          </p:nvPr>
        </p:nvSpPr>
        <p:spPr/>
        <p:txBody>
          <a:bodyPr/>
          <a:lstStyle>
            <a:lvl1pPr>
              <a:defRPr/>
            </a:lvl1pPr>
          </a:lstStyle>
          <a:p>
            <a:pPr>
              <a:defRPr/>
            </a:pPr>
            <a:fld id="{B71DCA45-4D69-4B64-86BC-FA10A2C287D3}" type="slidenum">
              <a:rPr lang="en-US" altLang="en-US"/>
              <a:pPr>
                <a:defRPr/>
              </a:pPr>
              <a:t>‹#›</a:t>
            </a:fld>
            <a:endParaRPr lang="en-US" altLang="en-US"/>
          </a:p>
        </p:txBody>
      </p:sp>
    </p:spTree>
    <p:extLst>
      <p:ext uri="{BB962C8B-B14F-4D97-AF65-F5344CB8AC3E}">
        <p14:creationId xmlns:p14="http://schemas.microsoft.com/office/powerpoint/2010/main" val="2162589715"/>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a:extLst>
              <a:ext uri="{FF2B5EF4-FFF2-40B4-BE49-F238E27FC236}">
                <a16:creationId xmlns:a16="http://schemas.microsoft.com/office/drawing/2014/main" id="{22B8F99B-E58E-0D47-8152-4F9289AA8611}"/>
              </a:ext>
            </a:extLst>
          </p:cNvPr>
          <p:cNvSpPr>
            <a:spLocks noGrp="1"/>
          </p:cNvSpPr>
          <p:nvPr>
            <p:ph type="dt" sz="half" idx="10"/>
          </p:nvPr>
        </p:nvSpPr>
        <p:spPr/>
        <p:txBody>
          <a:bodyPr/>
          <a:lstStyle>
            <a:lvl1pPr>
              <a:defRPr/>
            </a:lvl1pPr>
          </a:lstStyle>
          <a:p>
            <a:pPr>
              <a:defRPr/>
            </a:pPr>
            <a:fld id="{86C04056-A2E4-4F9F-AC37-F6A8E90658C3}" type="datetime1">
              <a:rPr lang="en-IN"/>
              <a:pPr>
                <a:defRPr/>
              </a:pPr>
              <a:t>11-03-2025</a:t>
            </a:fld>
            <a:endParaRPr lang="en-US"/>
          </a:p>
        </p:txBody>
      </p:sp>
      <p:sp>
        <p:nvSpPr>
          <p:cNvPr id="5" name="Footer Placeholder 4">
            <a:extLst>
              <a:ext uri="{FF2B5EF4-FFF2-40B4-BE49-F238E27FC236}">
                <a16:creationId xmlns:a16="http://schemas.microsoft.com/office/drawing/2014/main" id="{4BE4B18B-9613-9BD7-2048-5993CB44E2D9}"/>
              </a:ext>
            </a:extLst>
          </p:cNvPr>
          <p:cNvSpPr>
            <a:spLocks noGrp="1"/>
          </p:cNvSpPr>
          <p:nvPr>
            <p:ph type="ftr" sz="quarter" idx="11"/>
          </p:nvPr>
        </p:nvSpPr>
        <p:spPr/>
        <p:txBody>
          <a:bodyPr/>
          <a:lstStyle>
            <a:lvl1pPr>
              <a:defRPr/>
            </a:lvl1pPr>
          </a:lstStyle>
          <a:p>
            <a:pPr>
              <a:defRPr/>
            </a:pPr>
            <a:endParaRPr lang="en-US"/>
          </a:p>
        </p:txBody>
      </p:sp>
      <p:sp>
        <p:nvSpPr>
          <p:cNvPr id="6" name="Slide Number Placeholder 5">
            <a:extLst>
              <a:ext uri="{FF2B5EF4-FFF2-40B4-BE49-F238E27FC236}">
                <a16:creationId xmlns:a16="http://schemas.microsoft.com/office/drawing/2014/main" id="{EB9223B2-E8F5-7BCF-67BB-81D44CCAB963}"/>
              </a:ext>
            </a:extLst>
          </p:cNvPr>
          <p:cNvSpPr>
            <a:spLocks noGrp="1"/>
          </p:cNvSpPr>
          <p:nvPr>
            <p:ph type="sldNum" sz="quarter" idx="12"/>
          </p:nvPr>
        </p:nvSpPr>
        <p:spPr/>
        <p:txBody>
          <a:bodyPr/>
          <a:lstStyle>
            <a:lvl1pPr>
              <a:defRPr/>
            </a:lvl1pPr>
          </a:lstStyle>
          <a:p>
            <a:pPr>
              <a:defRPr/>
            </a:pPr>
            <a:fld id="{21DB1B7A-6524-458D-9558-DD6FEA3C9526}" type="slidenum">
              <a:rPr lang="en-US" altLang="en-US"/>
              <a:pPr>
                <a:defRPr/>
              </a:pPr>
              <a:t>‹#›</a:t>
            </a:fld>
            <a:endParaRPr lang="en-US" altLang="en-US"/>
          </a:p>
        </p:txBody>
      </p:sp>
    </p:spTree>
    <p:extLst>
      <p:ext uri="{BB962C8B-B14F-4D97-AF65-F5344CB8AC3E}">
        <p14:creationId xmlns:p14="http://schemas.microsoft.com/office/powerpoint/2010/main" val="2062290748"/>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0.xml"/><Relationship Id="rId3" Type="http://schemas.openxmlformats.org/officeDocument/2006/relationships/slideLayout" Target="../slideLayouts/slideLayout15.xml"/><Relationship Id="rId7" Type="http://schemas.openxmlformats.org/officeDocument/2006/relationships/slideLayout" Target="../slideLayouts/slideLayout19.xml"/><Relationship Id="rId12" Type="http://schemas.openxmlformats.org/officeDocument/2006/relationships/theme" Target="../theme/theme2.xml"/><Relationship Id="rId2" Type="http://schemas.openxmlformats.org/officeDocument/2006/relationships/slideLayout" Target="../slideLayouts/slideLayout14.xml"/><Relationship Id="rId1" Type="http://schemas.openxmlformats.org/officeDocument/2006/relationships/slideLayout" Target="../slideLayouts/slideLayout13.xml"/><Relationship Id="rId6" Type="http://schemas.openxmlformats.org/officeDocument/2006/relationships/slideLayout" Target="../slideLayouts/slideLayout18.xml"/><Relationship Id="rId11" Type="http://schemas.openxmlformats.org/officeDocument/2006/relationships/slideLayout" Target="../slideLayouts/slideLayout23.xml"/><Relationship Id="rId5" Type="http://schemas.openxmlformats.org/officeDocument/2006/relationships/slideLayout" Target="../slideLayouts/slideLayout17.xml"/><Relationship Id="rId10" Type="http://schemas.openxmlformats.org/officeDocument/2006/relationships/slideLayout" Target="../slideLayouts/slideLayout22.xml"/><Relationship Id="rId4" Type="http://schemas.openxmlformats.org/officeDocument/2006/relationships/slideLayout" Target="../slideLayouts/slideLayout16.xml"/><Relationship Id="rId9" Type="http://schemas.openxmlformats.org/officeDocument/2006/relationships/slideLayout" Target="../slideLayouts/slideLayout2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1026" name="Title Placeholder 1">
            <a:extLst>
              <a:ext uri="{FF2B5EF4-FFF2-40B4-BE49-F238E27FC236}">
                <a16:creationId xmlns:a16="http://schemas.microsoft.com/office/drawing/2014/main" id="{F1C9D314-7778-9CF4-FB0F-AB56F2A862B6}"/>
              </a:ext>
            </a:extLst>
          </p:cNvPr>
          <p:cNvSpPr>
            <a:spLocks noGrp="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endParaRPr lang="en-IN" altLang="en-US"/>
          </a:p>
        </p:txBody>
      </p:sp>
      <p:sp>
        <p:nvSpPr>
          <p:cNvPr id="1027" name="Text Placeholder 2">
            <a:extLst>
              <a:ext uri="{FF2B5EF4-FFF2-40B4-BE49-F238E27FC236}">
                <a16:creationId xmlns:a16="http://schemas.microsoft.com/office/drawing/2014/main" id="{0123C8D2-C713-6534-363D-97090FD67565}"/>
              </a:ext>
            </a:extLst>
          </p:cNvPr>
          <p:cNvSpPr>
            <a:spLocks noGrp="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endParaRPr lang="en-IN" altLang="en-US"/>
          </a:p>
        </p:txBody>
      </p:sp>
      <p:sp>
        <p:nvSpPr>
          <p:cNvPr id="4" name="Date Placeholder 3">
            <a:extLst>
              <a:ext uri="{FF2B5EF4-FFF2-40B4-BE49-F238E27FC236}">
                <a16:creationId xmlns:a16="http://schemas.microsoft.com/office/drawing/2014/main" id="{CF95EBB4-2346-9E38-48AA-DED72E7D72FB}"/>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schemeClr val="tx1">
                    <a:tint val="75000"/>
                  </a:schemeClr>
                </a:solidFill>
                <a:latin typeface="+mn-lt"/>
                <a:cs typeface="+mn-cs"/>
              </a:defRPr>
            </a:lvl1pPr>
          </a:lstStyle>
          <a:p>
            <a:pPr>
              <a:defRPr/>
            </a:pPr>
            <a:fld id="{66BADC82-BA70-45A2-B7E3-7BAAC94D73BF}" type="datetime1">
              <a:rPr lang="en-IN"/>
              <a:pPr>
                <a:defRPr/>
              </a:pPr>
              <a:t>11-03-2025</a:t>
            </a:fld>
            <a:endParaRPr lang="en-IN"/>
          </a:p>
        </p:txBody>
      </p:sp>
      <p:sp>
        <p:nvSpPr>
          <p:cNvPr id="5" name="Footer Placeholder 4">
            <a:extLst>
              <a:ext uri="{FF2B5EF4-FFF2-40B4-BE49-F238E27FC236}">
                <a16:creationId xmlns:a16="http://schemas.microsoft.com/office/drawing/2014/main" id="{56240C6F-B204-911E-01E8-8C9FFD34A00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schemeClr val="tx1">
                    <a:tint val="75000"/>
                  </a:schemeClr>
                </a:solidFill>
                <a:latin typeface="+mn-lt"/>
                <a:cs typeface="+mn-cs"/>
              </a:defRPr>
            </a:lvl1pPr>
          </a:lstStyle>
          <a:p>
            <a:pPr>
              <a:defRPr/>
            </a:pPr>
            <a:endParaRPr lang="en-IN"/>
          </a:p>
        </p:txBody>
      </p:sp>
      <p:sp>
        <p:nvSpPr>
          <p:cNvPr id="6" name="Slide Number Placeholder 5">
            <a:extLst>
              <a:ext uri="{FF2B5EF4-FFF2-40B4-BE49-F238E27FC236}">
                <a16:creationId xmlns:a16="http://schemas.microsoft.com/office/drawing/2014/main" id="{3F4FE495-35A1-40D8-0C06-C756EA56EB10}"/>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4386E220-6B55-4A85-A6BD-F895C6431FAB}" type="slidenum">
              <a:rPr lang="en-IN" altLang="en-US"/>
              <a:pPr>
                <a:defRPr/>
              </a:pPr>
              <a:t>‹#›</a:t>
            </a:fld>
            <a:endParaRPr lang="en-IN" altLang="en-US"/>
          </a:p>
        </p:txBody>
      </p:sp>
    </p:spTree>
  </p:cSld>
  <p:clrMap bg1="lt1" tx1="dk1" bg2="lt2" tx2="dk2" accent1="accent1" accent2="accent2" accent3="accent3" accent4="accent4" accent5="accent5" accent6="accent6" hlink="hlink" folHlink="folHlink"/>
  <p:sldLayoutIdLst>
    <p:sldLayoutId id="2147483697" r:id="rId1"/>
    <p:sldLayoutId id="2147483698" r:id="rId2"/>
    <p:sldLayoutId id="2147483699" r:id="rId3"/>
    <p:sldLayoutId id="2147483700" r:id="rId4"/>
    <p:sldLayoutId id="2147483701" r:id="rId5"/>
    <p:sldLayoutId id="2147483702" r:id="rId6"/>
    <p:sldLayoutId id="2147483703" r:id="rId7"/>
    <p:sldLayoutId id="2147483704" r:id="rId8"/>
    <p:sldLayoutId id="2147483705" r:id="rId9"/>
    <p:sldLayoutId id="2147483706" r:id="rId10"/>
    <p:sldLayoutId id="2147483707" r:id="rId11"/>
    <p:sldLayoutId id="2147483719" r:id="rId12"/>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solidFill>
          <a:schemeClr val="bg1"/>
        </a:solidFill>
        <a:effectLst/>
      </p:bgPr>
    </p:bg>
    <p:spTree>
      <p:nvGrpSpPr>
        <p:cNvPr id="1" name=""/>
        <p:cNvGrpSpPr/>
        <p:nvPr/>
      </p:nvGrpSpPr>
      <p:grpSpPr>
        <a:xfrm>
          <a:off x="0" y="0"/>
          <a:ext cx="0" cy="0"/>
          <a:chOff x="0" y="0"/>
          <a:chExt cx="0" cy="0"/>
        </a:xfrm>
      </p:grpSpPr>
      <p:sp>
        <p:nvSpPr>
          <p:cNvPr id="2050" name="Title Placeholder 1">
            <a:extLst>
              <a:ext uri="{FF2B5EF4-FFF2-40B4-BE49-F238E27FC236}">
                <a16:creationId xmlns:a16="http://schemas.microsoft.com/office/drawing/2014/main" id="{7214FE23-9225-1B9E-87C7-9E543BE30432}"/>
              </a:ext>
            </a:extLst>
          </p:cNvPr>
          <p:cNvSpPr>
            <a:spLocks noGrp="1" noChangeArrowheads="1"/>
          </p:cNvSpPr>
          <p:nvPr>
            <p:ph type="title"/>
          </p:nvPr>
        </p:nvSpPr>
        <p:spPr bwMode="auto">
          <a:xfrm>
            <a:off x="457200" y="274638"/>
            <a:ext cx="8229600" cy="1143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ctr" anchorCtr="0" compatLnSpc="1">
            <a:prstTxWarp prst="textNoShape">
              <a:avLst/>
            </a:prstTxWarp>
          </a:bodyPr>
          <a:lstStyle/>
          <a:p>
            <a:pPr lvl="0"/>
            <a:r>
              <a:rPr lang="en-US" altLang="en-US"/>
              <a:t>Click to edit Master title style</a:t>
            </a:r>
          </a:p>
        </p:txBody>
      </p:sp>
      <p:sp>
        <p:nvSpPr>
          <p:cNvPr id="2051" name="Text Placeholder 2">
            <a:extLst>
              <a:ext uri="{FF2B5EF4-FFF2-40B4-BE49-F238E27FC236}">
                <a16:creationId xmlns:a16="http://schemas.microsoft.com/office/drawing/2014/main" id="{FB3FDC16-D5B9-25AE-0251-01EBA158B0A5}"/>
              </a:ext>
            </a:extLst>
          </p:cNvPr>
          <p:cNvSpPr>
            <a:spLocks noGrp="1" noChangeArrowheads="1"/>
          </p:cNvSpPr>
          <p:nvPr>
            <p:ph type="body" idx="1"/>
          </p:nvPr>
        </p:nvSpPr>
        <p:spPr bwMode="auto">
          <a:xfrm>
            <a:off x="457200" y="1600200"/>
            <a:ext cx="8229600" cy="452596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vert="horz" wrap="square" lIns="91440" tIns="45720" rIns="91440" bIns="45720" numCol="1" anchor="t" anchorCtr="0" compatLnSpc="1">
            <a:prstTxWarp prst="textNoShape">
              <a:avLst/>
            </a:prstTxWarp>
          </a:bodyPr>
          <a:lstStyle/>
          <a:p>
            <a:pPr lvl="0"/>
            <a:r>
              <a:rPr lang="en-US" altLang="en-US"/>
              <a:t>Click to edit Master text styles</a:t>
            </a:r>
          </a:p>
          <a:p>
            <a:pPr lvl="1"/>
            <a:r>
              <a:rPr lang="en-US" altLang="en-US"/>
              <a:t>Second level</a:t>
            </a:r>
          </a:p>
          <a:p>
            <a:pPr lvl="2"/>
            <a:r>
              <a:rPr lang="en-US" altLang="en-US"/>
              <a:t>Third level</a:t>
            </a:r>
          </a:p>
          <a:p>
            <a:pPr lvl="3"/>
            <a:r>
              <a:rPr lang="en-US" altLang="en-US"/>
              <a:t>Fourth level</a:t>
            </a:r>
          </a:p>
          <a:p>
            <a:pPr lvl="4"/>
            <a:r>
              <a:rPr lang="en-US" altLang="en-US"/>
              <a:t>Fifth level</a:t>
            </a:r>
          </a:p>
        </p:txBody>
      </p:sp>
      <p:sp>
        <p:nvSpPr>
          <p:cNvPr id="4" name="Date Placeholder 3">
            <a:extLst>
              <a:ext uri="{FF2B5EF4-FFF2-40B4-BE49-F238E27FC236}">
                <a16:creationId xmlns:a16="http://schemas.microsoft.com/office/drawing/2014/main" id="{4FD161E7-B1B6-6DF9-AA38-7251A576884A}"/>
              </a:ext>
            </a:extLst>
          </p:cNvPr>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eaLnBrk="1" fontAlgn="auto" hangingPunct="1">
              <a:spcBef>
                <a:spcPts val="0"/>
              </a:spcBef>
              <a:spcAft>
                <a:spcPts val="0"/>
              </a:spcAft>
              <a:defRPr sz="1200">
                <a:solidFill>
                  <a:prstClr val="black">
                    <a:tint val="75000"/>
                  </a:prstClr>
                </a:solidFill>
                <a:latin typeface="+mn-lt"/>
                <a:cs typeface="+mn-cs"/>
              </a:defRPr>
            </a:lvl1pPr>
          </a:lstStyle>
          <a:p>
            <a:pPr>
              <a:defRPr/>
            </a:pPr>
            <a:fld id="{58192FF3-6186-42F1-8D56-3E77A8973ADC}" type="datetime1">
              <a:rPr lang="en-IN"/>
              <a:pPr>
                <a:defRPr/>
              </a:pPr>
              <a:t>11-03-2025</a:t>
            </a:fld>
            <a:endParaRPr lang="en-US"/>
          </a:p>
        </p:txBody>
      </p:sp>
      <p:sp>
        <p:nvSpPr>
          <p:cNvPr id="5" name="Footer Placeholder 4">
            <a:extLst>
              <a:ext uri="{FF2B5EF4-FFF2-40B4-BE49-F238E27FC236}">
                <a16:creationId xmlns:a16="http://schemas.microsoft.com/office/drawing/2014/main" id="{C123E4AE-B016-47F6-070C-5666E0F617C6}"/>
              </a:ext>
            </a:extLst>
          </p:cNvPr>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eaLnBrk="1" fontAlgn="auto" hangingPunct="1">
              <a:spcBef>
                <a:spcPts val="0"/>
              </a:spcBef>
              <a:spcAft>
                <a:spcPts val="0"/>
              </a:spcAft>
              <a:defRPr sz="1200">
                <a:solidFill>
                  <a:prstClr val="black">
                    <a:tint val="75000"/>
                  </a:prstClr>
                </a:solidFill>
                <a:latin typeface="+mn-lt"/>
                <a:cs typeface="+mn-cs"/>
              </a:defRPr>
            </a:lvl1pPr>
          </a:lstStyle>
          <a:p>
            <a:pPr>
              <a:defRPr/>
            </a:pPr>
            <a:endParaRPr lang="en-US"/>
          </a:p>
        </p:txBody>
      </p:sp>
      <p:sp>
        <p:nvSpPr>
          <p:cNvPr id="6" name="Slide Number Placeholder 5">
            <a:extLst>
              <a:ext uri="{FF2B5EF4-FFF2-40B4-BE49-F238E27FC236}">
                <a16:creationId xmlns:a16="http://schemas.microsoft.com/office/drawing/2014/main" id="{403DE483-6CEE-C22D-4BE0-48516F45B63C}"/>
              </a:ext>
            </a:extLst>
          </p:cNvPr>
          <p:cNvSpPr>
            <a:spLocks noGrp="1"/>
          </p:cNvSpPr>
          <p:nvPr>
            <p:ph type="sldNum" sz="quarter" idx="4"/>
          </p:nvPr>
        </p:nvSpPr>
        <p:spPr>
          <a:xfrm>
            <a:off x="6553200" y="6356350"/>
            <a:ext cx="2133600" cy="365125"/>
          </a:xfrm>
          <a:prstGeom prst="rect">
            <a:avLst/>
          </a:prstGeom>
        </p:spPr>
        <p:txBody>
          <a:bodyPr vert="horz" wrap="square" lIns="91440" tIns="45720" rIns="91440" bIns="45720" numCol="1" anchor="ctr" anchorCtr="0" compatLnSpc="1">
            <a:prstTxWarp prst="textNoShape">
              <a:avLst/>
            </a:prstTxWarp>
          </a:bodyPr>
          <a:lstStyle>
            <a:lvl1pPr algn="r" eaLnBrk="1" hangingPunct="1">
              <a:defRPr sz="1200">
                <a:solidFill>
                  <a:srgbClr val="898989"/>
                </a:solidFill>
              </a:defRPr>
            </a:lvl1pPr>
          </a:lstStyle>
          <a:p>
            <a:pPr>
              <a:defRPr/>
            </a:pPr>
            <a:fld id="{F9759698-A16E-4486-B0A0-F50DC484699A}" type="slidenum">
              <a:rPr lang="en-US" altLang="en-US"/>
              <a:pPr>
                <a:defRPr/>
              </a:pPr>
              <a:t>‹#›</a:t>
            </a:fld>
            <a:endParaRPr lang="en-US" altLang="en-US"/>
          </a:p>
        </p:txBody>
      </p:sp>
    </p:spTree>
  </p:cSld>
  <p:clrMap bg1="lt1" tx1="dk1" bg2="lt2" tx2="dk2" accent1="accent1" accent2="accent2" accent3="accent3" accent4="accent4" accent5="accent5" accent6="accent6" hlink="hlink" folHlink="folHlink"/>
  <p:sldLayoutIdLst>
    <p:sldLayoutId id="2147483708" r:id="rId1"/>
    <p:sldLayoutId id="2147483709" r:id="rId2"/>
    <p:sldLayoutId id="2147483710" r:id="rId3"/>
    <p:sldLayoutId id="2147483711" r:id="rId4"/>
    <p:sldLayoutId id="2147483712" r:id="rId5"/>
    <p:sldLayoutId id="2147483713" r:id="rId6"/>
    <p:sldLayoutId id="2147483714" r:id="rId7"/>
    <p:sldLayoutId id="2147483715" r:id="rId8"/>
    <p:sldLayoutId id="2147483716" r:id="rId9"/>
    <p:sldLayoutId id="2147483717" r:id="rId10"/>
    <p:sldLayoutId id="2147483718" r:id="rId11"/>
  </p:sldLayoutIdLst>
  <p:hf hdr="0" ftr="0" dt="0"/>
  <p:txStyles>
    <p:titleStyle>
      <a:lvl1pPr algn="ctr" rtl="0" eaLnBrk="0" fontAlgn="base" hangingPunct="0">
        <a:spcBef>
          <a:spcPct val="0"/>
        </a:spcBef>
        <a:spcAft>
          <a:spcPct val="0"/>
        </a:spcAft>
        <a:defRPr sz="4400" kern="1200">
          <a:solidFill>
            <a:schemeClr val="tx1"/>
          </a:solidFill>
          <a:latin typeface="+mj-lt"/>
          <a:ea typeface="+mj-ea"/>
          <a:cs typeface="+mj-cs"/>
        </a:defRPr>
      </a:lvl1pPr>
      <a:lvl2pPr algn="ctr" rtl="0" eaLnBrk="0" fontAlgn="base" hangingPunct="0">
        <a:spcBef>
          <a:spcPct val="0"/>
        </a:spcBef>
        <a:spcAft>
          <a:spcPct val="0"/>
        </a:spcAft>
        <a:defRPr sz="4400">
          <a:solidFill>
            <a:schemeClr val="tx1"/>
          </a:solidFill>
          <a:latin typeface="Calibri" panose="020F0502020204030204" pitchFamily="34" charset="0"/>
        </a:defRPr>
      </a:lvl2pPr>
      <a:lvl3pPr algn="ctr" rtl="0" eaLnBrk="0" fontAlgn="base" hangingPunct="0">
        <a:spcBef>
          <a:spcPct val="0"/>
        </a:spcBef>
        <a:spcAft>
          <a:spcPct val="0"/>
        </a:spcAft>
        <a:defRPr sz="4400">
          <a:solidFill>
            <a:schemeClr val="tx1"/>
          </a:solidFill>
          <a:latin typeface="Calibri" panose="020F0502020204030204" pitchFamily="34" charset="0"/>
        </a:defRPr>
      </a:lvl3pPr>
      <a:lvl4pPr algn="ctr" rtl="0" eaLnBrk="0" fontAlgn="base" hangingPunct="0">
        <a:spcBef>
          <a:spcPct val="0"/>
        </a:spcBef>
        <a:spcAft>
          <a:spcPct val="0"/>
        </a:spcAft>
        <a:defRPr sz="4400">
          <a:solidFill>
            <a:schemeClr val="tx1"/>
          </a:solidFill>
          <a:latin typeface="Calibri" panose="020F0502020204030204" pitchFamily="34" charset="0"/>
        </a:defRPr>
      </a:lvl4pPr>
      <a:lvl5pPr algn="ctr" rtl="0" eaLnBrk="0" fontAlgn="base" hangingPunct="0">
        <a:spcBef>
          <a:spcPct val="0"/>
        </a:spcBef>
        <a:spcAft>
          <a:spcPct val="0"/>
        </a:spcAft>
        <a:defRPr sz="4400">
          <a:solidFill>
            <a:schemeClr val="tx1"/>
          </a:solidFill>
          <a:latin typeface="Calibri" panose="020F0502020204030204" pitchFamily="34" charset="0"/>
        </a:defRPr>
      </a:lvl5pPr>
      <a:lvl6pPr marL="457200" algn="ctr" rtl="0" fontAlgn="base">
        <a:spcBef>
          <a:spcPct val="0"/>
        </a:spcBef>
        <a:spcAft>
          <a:spcPct val="0"/>
        </a:spcAft>
        <a:defRPr sz="4400">
          <a:solidFill>
            <a:schemeClr val="tx1"/>
          </a:solidFill>
          <a:latin typeface="Calibri" panose="020F0502020204030204" pitchFamily="34" charset="0"/>
        </a:defRPr>
      </a:lvl6pPr>
      <a:lvl7pPr marL="914400" algn="ctr" rtl="0" fontAlgn="base">
        <a:spcBef>
          <a:spcPct val="0"/>
        </a:spcBef>
        <a:spcAft>
          <a:spcPct val="0"/>
        </a:spcAft>
        <a:defRPr sz="4400">
          <a:solidFill>
            <a:schemeClr val="tx1"/>
          </a:solidFill>
          <a:latin typeface="Calibri" panose="020F0502020204030204" pitchFamily="34" charset="0"/>
        </a:defRPr>
      </a:lvl7pPr>
      <a:lvl8pPr marL="1371600" algn="ctr" rtl="0" fontAlgn="base">
        <a:spcBef>
          <a:spcPct val="0"/>
        </a:spcBef>
        <a:spcAft>
          <a:spcPct val="0"/>
        </a:spcAft>
        <a:defRPr sz="4400">
          <a:solidFill>
            <a:schemeClr val="tx1"/>
          </a:solidFill>
          <a:latin typeface="Calibri" panose="020F0502020204030204" pitchFamily="34" charset="0"/>
        </a:defRPr>
      </a:lvl8pPr>
      <a:lvl9pPr marL="1828800" algn="ctr" rtl="0" fontAlgn="base">
        <a:spcBef>
          <a:spcPct val="0"/>
        </a:spcBef>
        <a:spcAft>
          <a:spcPct val="0"/>
        </a:spcAft>
        <a:defRPr sz="4400">
          <a:solidFill>
            <a:schemeClr val="tx1"/>
          </a:solidFill>
          <a:latin typeface="Calibri" panose="020F0502020204030204" pitchFamily="34" charset="0"/>
        </a:defRPr>
      </a:lvl9pPr>
    </p:titleStyle>
    <p:bodyStyle>
      <a:lvl1pPr marL="342900" indent="-342900" algn="l" rtl="0" eaLnBrk="0" fontAlgn="base" hangingPunct="0">
        <a:spcBef>
          <a:spcPct val="20000"/>
        </a:spcBef>
        <a:spcAft>
          <a:spcPct val="0"/>
        </a:spcAft>
        <a:buFont typeface="Arial" panose="020B0604020202020204" pitchFamily="34" charset="0"/>
        <a:buChar char="•"/>
        <a:defRPr sz="3200" kern="1200">
          <a:solidFill>
            <a:schemeClr val="tx1"/>
          </a:solidFill>
          <a:latin typeface="+mn-lt"/>
          <a:ea typeface="+mn-ea"/>
          <a:cs typeface="+mn-cs"/>
        </a:defRPr>
      </a:lvl1pPr>
      <a:lvl2pPr marL="742950" indent="-285750" algn="l" rtl="0" eaLnBrk="0" fontAlgn="base" hangingPunct="0">
        <a:spcBef>
          <a:spcPct val="20000"/>
        </a:spcBef>
        <a:spcAft>
          <a:spcPct val="0"/>
        </a:spcAft>
        <a:buFont typeface="Arial" panose="020B0604020202020204" pitchFamily="34" charset="0"/>
        <a:buChar char="–"/>
        <a:defRPr sz="2800" kern="1200">
          <a:solidFill>
            <a:schemeClr val="tx1"/>
          </a:solidFill>
          <a:latin typeface="+mn-lt"/>
          <a:ea typeface="+mn-ea"/>
          <a:cs typeface="+mn-cs"/>
        </a:defRPr>
      </a:lvl2pPr>
      <a:lvl3pPr marL="1143000" indent="-228600" algn="l" rtl="0" eaLnBrk="0" fontAlgn="base" hangingPunct="0">
        <a:spcBef>
          <a:spcPct val="20000"/>
        </a:spcBef>
        <a:spcAft>
          <a:spcPct val="0"/>
        </a:spcAft>
        <a:buFont typeface="Arial" panose="020B0604020202020204" pitchFamily="34" charset="0"/>
        <a:buChar char="•"/>
        <a:defRPr sz="2400" kern="1200">
          <a:solidFill>
            <a:schemeClr val="tx1"/>
          </a:solidFill>
          <a:latin typeface="+mn-lt"/>
          <a:ea typeface="+mn-ea"/>
          <a:cs typeface="+mn-cs"/>
        </a:defRPr>
      </a:lvl3pPr>
      <a:lvl4pPr marL="16002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4pPr>
      <a:lvl5pPr marL="2057400" indent="-228600" algn="l" rtl="0" eaLnBrk="0" fontAlgn="base" hangingPunct="0">
        <a:spcBef>
          <a:spcPct val="20000"/>
        </a:spcBef>
        <a:spcAft>
          <a:spcPct val="0"/>
        </a:spcAft>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5.xml.rels><?xml version="1.0" encoding="UTF-8" standalone="yes"?>
<Relationships xmlns="http://schemas.openxmlformats.org/package/2006/relationships"><Relationship Id="rId3" Type="http://schemas.openxmlformats.org/officeDocument/2006/relationships/image" Target="../media/image3.png"/><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6.pn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7.pn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3" Type="http://schemas.openxmlformats.org/officeDocument/2006/relationships/image" Target="../media/image9.png"/><Relationship Id="rId2" Type="http://schemas.openxmlformats.org/officeDocument/2006/relationships/image" Target="../media/image8.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1.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2.pn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3.pn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image" Target="../media/image6.png"/><Relationship Id="rId1" Type="http://schemas.openxmlformats.org/officeDocument/2006/relationships/slideLayout" Target="../slideLayouts/slideLayout2.xml"/><Relationship Id="rId5" Type="http://schemas.openxmlformats.org/officeDocument/2006/relationships/image" Target="../media/image9.png"/><Relationship Id="rId4" Type="http://schemas.openxmlformats.org/officeDocument/2006/relationships/image" Target="../media/image12.png"/></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1.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2" name="Title 1">
            <a:extLst>
              <a:ext uri="{FF2B5EF4-FFF2-40B4-BE49-F238E27FC236}">
                <a16:creationId xmlns:a16="http://schemas.microsoft.com/office/drawing/2014/main" id="{D0D5332F-48F0-455D-ED27-B62847240F88}"/>
              </a:ext>
            </a:extLst>
          </p:cNvPr>
          <p:cNvSpPr>
            <a:spLocks noGrp="1" noChangeArrowheads="1"/>
          </p:cNvSpPr>
          <p:nvPr>
            <p:ph type="title"/>
          </p:nvPr>
        </p:nvSpPr>
        <p:spPr>
          <a:xfrm>
            <a:off x="239713" y="747713"/>
            <a:ext cx="8580437" cy="1457325"/>
          </a:xfrm>
        </p:spPr>
        <p:txBody>
          <a:bodyPr/>
          <a:lstStyle/>
          <a:p>
            <a:pPr eaLnBrk="1" hangingPunct="1"/>
            <a:r>
              <a:rPr lang="en-IN" altLang="en-US" sz="2000" dirty="0">
                <a:latin typeface="Times New Roman" panose="02020603050405020304" pitchFamily="18" charset="0"/>
                <a:cs typeface="Times New Roman" panose="02020603050405020304" pitchFamily="18" charset="0"/>
              </a:rPr>
              <a:t>Capstone Project – I:  Review – 2 on</a:t>
            </a:r>
            <a:br>
              <a:rPr lang="en-IN" altLang="en-US" sz="3200" b="1" dirty="0">
                <a:latin typeface="Times New Roman" panose="02020603050405020304" pitchFamily="18" charset="0"/>
                <a:cs typeface="Times New Roman" panose="02020603050405020304" pitchFamily="18" charset="0"/>
              </a:rPr>
            </a:br>
            <a:r>
              <a:rPr lang="en-US" altLang="en-US" sz="3200" b="1" dirty="0">
                <a:latin typeface="Times New Roman" panose="02020603050405020304" pitchFamily="18" charset="0"/>
                <a:cs typeface="Times New Roman" panose="02020603050405020304" pitchFamily="18" charset="0"/>
              </a:rPr>
              <a:t>To develop a portal for silk farming information</a:t>
            </a:r>
            <a:endParaRPr lang="en-IN" altLang="en-US" sz="3200" b="1" dirty="0">
              <a:latin typeface="Times New Roman" panose="02020603050405020304" pitchFamily="18" charset="0"/>
              <a:cs typeface="Times New Roman" panose="02020603050405020304" pitchFamily="18" charset="0"/>
            </a:endParaRPr>
          </a:p>
        </p:txBody>
      </p:sp>
      <p:sp>
        <p:nvSpPr>
          <p:cNvPr id="10" name="Content Placeholder 2">
            <a:extLst>
              <a:ext uri="{FF2B5EF4-FFF2-40B4-BE49-F238E27FC236}">
                <a16:creationId xmlns:a16="http://schemas.microsoft.com/office/drawing/2014/main" id="{D4599417-4EDC-7206-7085-939F5E532C87}"/>
              </a:ext>
            </a:extLst>
          </p:cNvPr>
          <p:cNvSpPr>
            <a:spLocks noGrp="1"/>
          </p:cNvSpPr>
          <p:nvPr>
            <p:ph idx="1"/>
          </p:nvPr>
        </p:nvSpPr>
        <p:spPr>
          <a:xfrm>
            <a:off x="2411413" y="4508500"/>
            <a:ext cx="4105275" cy="1222375"/>
          </a:xfrm>
        </p:spPr>
        <p:txBody>
          <a:bodyPr rtlCol="0">
            <a:normAutofit/>
          </a:bodyPr>
          <a:lstStyle/>
          <a:p>
            <a:pPr marL="0" indent="0" algn="ctr" eaLnBrk="1" fontAlgn="auto" hangingPunct="1">
              <a:spcAft>
                <a:spcPts val="0"/>
              </a:spcAft>
              <a:buFont typeface="Arial" panose="020B0604020202020204" pitchFamily="34" charset="0"/>
              <a:buNone/>
              <a:defRPr/>
            </a:pPr>
            <a:r>
              <a:rPr lang="en-IN" sz="2000" b="1" dirty="0">
                <a:solidFill>
                  <a:srgbClr val="0070C0"/>
                </a:solidFill>
                <a:latin typeface="Times New Roman" panose="02020603050405020304" pitchFamily="18" charset="0"/>
                <a:cs typeface="Times New Roman" panose="02020603050405020304" pitchFamily="18" charset="0"/>
              </a:rPr>
              <a:t>Under the Guidance of</a:t>
            </a:r>
            <a:endParaRPr lang="en-US" altLang="en-US" sz="2000" dirty="0">
              <a:latin typeface="Times New Roman" pitchFamily="18" charset="0"/>
              <a:cs typeface="Times New Roman" pitchFamily="18" charset="0"/>
            </a:endParaRPr>
          </a:p>
          <a:p>
            <a:pPr marL="0" indent="0" algn="ctr" eaLnBrk="1" fontAlgn="auto" hangingPunct="1">
              <a:spcAft>
                <a:spcPts val="0"/>
              </a:spcAft>
              <a:buFont typeface="Arial" panose="020B0604020202020204" pitchFamily="34" charset="0"/>
              <a:buNone/>
              <a:defRPr/>
            </a:pPr>
            <a:r>
              <a:rPr lang="en-US" altLang="en-US" sz="2000" b="1" dirty="0">
                <a:solidFill>
                  <a:schemeClr val="tx1">
                    <a:lumMod val="95000"/>
                    <a:lumOff val="5000"/>
                  </a:schemeClr>
                </a:solidFill>
                <a:latin typeface="Times New Roman" panose="02020603050405020304" pitchFamily="18" charset="0"/>
                <a:cs typeface="Times New Roman" panose="02020603050405020304" pitchFamily="18" charset="0"/>
              </a:rPr>
              <a:t>Dr Dayananda Lal N</a:t>
            </a:r>
          </a:p>
          <a:p>
            <a:pPr marL="0" indent="0" algn="ctr" eaLnBrk="1" fontAlgn="auto" hangingPunct="1">
              <a:spcAft>
                <a:spcPts val="0"/>
              </a:spcAft>
              <a:buFont typeface="Arial" panose="020B0604020202020204" pitchFamily="34" charset="0"/>
              <a:buNone/>
              <a:defRPr/>
            </a:pPr>
            <a:r>
              <a:rPr lang="en-IN" sz="1400" b="1" dirty="0">
                <a:solidFill>
                  <a:schemeClr val="tx1">
                    <a:lumMod val="85000"/>
                    <a:lumOff val="15000"/>
                  </a:schemeClr>
                </a:solidFill>
                <a:latin typeface="Times New Roman" panose="02020603050405020304" pitchFamily="18" charset="0"/>
                <a:cs typeface="Times New Roman" panose="02020603050405020304" pitchFamily="18" charset="0"/>
              </a:rPr>
              <a:t>Assistant Professor</a:t>
            </a:r>
            <a:endParaRPr lang="en-IN" altLang="en-US" sz="1400" b="1" dirty="0">
              <a:solidFill>
                <a:schemeClr val="tx1">
                  <a:lumMod val="85000"/>
                  <a:lumOff val="15000"/>
                </a:schemeClr>
              </a:solidFill>
              <a:latin typeface="Times New Roman" panose="02020603050405020304" pitchFamily="18" charset="0"/>
              <a:cs typeface="Times New Roman" panose="02020603050405020304" pitchFamily="18" charset="0"/>
            </a:endParaRPr>
          </a:p>
          <a:p>
            <a:pPr marL="0" indent="0" algn="ctr" eaLnBrk="1" fontAlgn="auto" hangingPunct="1">
              <a:spcAft>
                <a:spcPts val="0"/>
              </a:spcAft>
              <a:buFont typeface="Arial" panose="020B0604020202020204" pitchFamily="34" charset="0"/>
              <a:buNone/>
              <a:defRPr/>
            </a:pPr>
            <a:endParaRPr lang="en-IN" altLang="en-US" sz="2000" b="1" dirty="0">
              <a:solidFill>
                <a:schemeClr val="tx1">
                  <a:lumMod val="95000"/>
                  <a:lumOff val="5000"/>
                </a:schemeClr>
              </a:solidFill>
              <a:latin typeface="Times New Roman" panose="02020603050405020304" pitchFamily="18" charset="0"/>
              <a:cs typeface="Times New Roman" panose="02020603050405020304" pitchFamily="18" charset="0"/>
            </a:endParaRPr>
          </a:p>
        </p:txBody>
      </p:sp>
      <p:sp>
        <p:nvSpPr>
          <p:cNvPr id="11" name="TextBox 4">
            <a:extLst>
              <a:ext uri="{FF2B5EF4-FFF2-40B4-BE49-F238E27FC236}">
                <a16:creationId xmlns:a16="http://schemas.microsoft.com/office/drawing/2014/main" id="{25608035-909D-B7D0-6B5F-7A56ADAB130A}"/>
              </a:ext>
            </a:extLst>
          </p:cNvPr>
          <p:cNvSpPr txBox="1">
            <a:spLocks noChangeArrowheads="1"/>
          </p:cNvSpPr>
          <p:nvPr/>
        </p:nvSpPr>
        <p:spPr bwMode="auto">
          <a:xfrm>
            <a:off x="-828675" y="2551113"/>
            <a:ext cx="9456738" cy="1670050"/>
          </a:xfrm>
          <a:prstGeom prst="rect">
            <a:avLst/>
          </a:prstGeom>
          <a:noFill/>
          <a:ln>
            <a:noFill/>
          </a:ln>
        </p:spPr>
        <p:txBody>
          <a:bodyPr>
            <a:spAutoFit/>
          </a:bodyPr>
          <a:lstStyle>
            <a:lvl1pPr>
              <a:defRPr sz="3200">
                <a:solidFill>
                  <a:schemeClr val="tx1"/>
                </a:solidFill>
                <a:latin typeface="Calibri" pitchFamily="34" charset="0"/>
              </a:defRPr>
            </a:lvl1pPr>
            <a:lvl2pPr>
              <a:defRPr sz="2800">
                <a:solidFill>
                  <a:schemeClr val="tx1"/>
                </a:solidFill>
                <a:latin typeface="Calibri" pitchFamily="34" charset="0"/>
              </a:defRPr>
            </a:lvl2pPr>
            <a:lvl3pPr>
              <a:defRPr sz="2400">
                <a:solidFill>
                  <a:schemeClr val="tx1"/>
                </a:solidFill>
                <a:latin typeface="Calibri" pitchFamily="34" charset="0"/>
              </a:defRPr>
            </a:lvl3pPr>
            <a:lvl4pPr>
              <a:defRPr sz="2000">
                <a:solidFill>
                  <a:schemeClr val="tx1"/>
                </a:solidFill>
                <a:latin typeface="Calibri" pitchFamily="34" charset="0"/>
              </a:defRPr>
            </a:lvl4pPr>
            <a:lvl5pPr>
              <a:defRPr sz="2000">
                <a:solidFill>
                  <a:schemeClr val="tx1"/>
                </a:solidFill>
                <a:latin typeface="Calibri" pitchFamily="34" charset="0"/>
              </a:defRPr>
            </a:lvl5pPr>
            <a:lvl6pPr eaLnBrk="0" fontAlgn="base" hangingPunct="0">
              <a:spcAft>
                <a:spcPct val="0"/>
              </a:spcAft>
              <a:buFont typeface="Arial" charset="0"/>
              <a:buChar char="»"/>
              <a:defRPr sz="2000">
                <a:solidFill>
                  <a:schemeClr val="tx1"/>
                </a:solidFill>
                <a:latin typeface="Calibri" pitchFamily="34" charset="0"/>
              </a:defRPr>
            </a:lvl6pPr>
            <a:lvl7pPr eaLnBrk="0" fontAlgn="base" hangingPunct="0">
              <a:spcAft>
                <a:spcPct val="0"/>
              </a:spcAft>
              <a:buFont typeface="Arial" charset="0"/>
              <a:buChar char="»"/>
              <a:defRPr sz="2000">
                <a:solidFill>
                  <a:schemeClr val="tx1"/>
                </a:solidFill>
                <a:latin typeface="Calibri" pitchFamily="34" charset="0"/>
              </a:defRPr>
            </a:lvl7pPr>
            <a:lvl8pPr eaLnBrk="0" fontAlgn="base" hangingPunct="0">
              <a:spcAft>
                <a:spcPct val="0"/>
              </a:spcAft>
              <a:buFont typeface="Arial" charset="0"/>
              <a:buChar char="»"/>
              <a:defRPr sz="2000">
                <a:solidFill>
                  <a:schemeClr val="tx1"/>
                </a:solidFill>
                <a:latin typeface="Calibri" pitchFamily="34" charset="0"/>
              </a:defRPr>
            </a:lvl8pPr>
            <a:lvl9pPr eaLnBrk="0" fontAlgn="base" hangingPunct="0">
              <a:spcAft>
                <a:spcPct val="0"/>
              </a:spcAft>
              <a:buFont typeface="Arial" charset="0"/>
              <a:buChar char="»"/>
              <a:defRPr sz="2000">
                <a:solidFill>
                  <a:schemeClr val="tx1"/>
                </a:solidFill>
                <a:latin typeface="Calibri" pitchFamily="34" charset="0"/>
              </a:defRPr>
            </a:lvl9pPr>
          </a:lstStyle>
          <a:p>
            <a:pPr algn="ctr" eaLnBrk="1" hangingPunct="1">
              <a:defRPr/>
            </a:pPr>
            <a:r>
              <a:rPr lang="en-IN" altLang="en-US" sz="2000" b="1" dirty="0">
                <a:solidFill>
                  <a:srgbClr val="C00000"/>
                </a:solidFill>
                <a:latin typeface="Times New Roman" pitchFamily="18" charset="0"/>
                <a:cs typeface="Times New Roman" pitchFamily="18" charset="0"/>
              </a:rPr>
              <a:t>                      Presented by the Batch No. : 06</a:t>
            </a:r>
          </a:p>
          <a:p>
            <a:pPr>
              <a:defRPr/>
            </a:pPr>
            <a:endParaRPr lang="en-US" altLang="en-US" sz="1050" dirty="0">
              <a:solidFill>
                <a:prstClr val="black"/>
              </a:solidFill>
              <a:latin typeface="Times New Roman" pitchFamily="18" charset="0"/>
              <a:cs typeface="Times New Roman" pitchFamily="18" charset="0"/>
            </a:endParaRPr>
          </a:p>
          <a:p>
            <a:pPr algn="ctr">
              <a:defRPr/>
            </a:pPr>
            <a:r>
              <a:rPr lang="en-US" altLang="en-US" sz="1800" dirty="0">
                <a:solidFill>
                  <a:prstClr val="black"/>
                </a:solidFill>
                <a:latin typeface="Times New Roman" pitchFamily="18" charset="0"/>
                <a:cs typeface="Times New Roman" pitchFamily="18" charset="0"/>
              </a:rPr>
              <a:t>                                        </a:t>
            </a:r>
            <a:r>
              <a:rPr lang="en-US" altLang="en-US" sz="1800" b="1" dirty="0">
                <a:solidFill>
                  <a:prstClr val="black"/>
                </a:solidFill>
                <a:latin typeface="Times New Roman" pitchFamily="18" charset="0"/>
                <a:cs typeface="Times New Roman" pitchFamily="18" charset="0"/>
              </a:rPr>
              <a:t>MANJUNATH  ACHARI V N              BU21CSEN0600130</a:t>
            </a:r>
            <a:endParaRPr lang="en-US" altLang="en-US" sz="1800" dirty="0">
              <a:solidFill>
                <a:prstClr val="black"/>
              </a:solidFill>
              <a:latin typeface="Times New Roman" pitchFamily="18" charset="0"/>
              <a:cs typeface="Times New Roman" pitchFamily="18" charset="0"/>
            </a:endParaRPr>
          </a:p>
          <a:p>
            <a:pPr algn="ctr">
              <a:defRPr/>
            </a:pPr>
            <a:r>
              <a:rPr lang="en-US" altLang="en-US" sz="1800" b="1" dirty="0">
                <a:solidFill>
                  <a:prstClr val="black"/>
                </a:solidFill>
                <a:latin typeface="Times New Roman" pitchFamily="18" charset="0"/>
                <a:cs typeface="Times New Roman" pitchFamily="18" charset="0"/>
              </a:rPr>
              <a:t>                                        K VAMSI                                                 BU21CSEN0600093</a:t>
            </a:r>
            <a:endParaRPr lang="en-US" altLang="en-US" sz="1800" dirty="0">
              <a:solidFill>
                <a:prstClr val="black"/>
              </a:solidFill>
              <a:latin typeface="Times New Roman" pitchFamily="18" charset="0"/>
              <a:cs typeface="Times New Roman" pitchFamily="18" charset="0"/>
            </a:endParaRPr>
          </a:p>
          <a:p>
            <a:pPr algn="ctr">
              <a:defRPr/>
            </a:pPr>
            <a:r>
              <a:rPr lang="it-IT" altLang="en-US" sz="1800" b="1" dirty="0">
                <a:solidFill>
                  <a:prstClr val="black"/>
                </a:solidFill>
                <a:latin typeface="Times New Roman" pitchFamily="18" charset="0"/>
                <a:cs typeface="Times New Roman" pitchFamily="18" charset="0"/>
              </a:rPr>
              <a:t>                                        C YOGA </a:t>
            </a:r>
            <a:r>
              <a:rPr lang="en-US" altLang="en-US" sz="1800" b="1" dirty="0">
                <a:solidFill>
                  <a:prstClr val="black"/>
                </a:solidFill>
                <a:latin typeface="Times New Roman" pitchFamily="18" charset="0"/>
                <a:cs typeface="Times New Roman" pitchFamily="18" charset="0"/>
              </a:rPr>
              <a:t>NANDA                                   BU21CSEN0600120 </a:t>
            </a:r>
            <a:endParaRPr lang="en-US" altLang="en-US" sz="1800" dirty="0">
              <a:solidFill>
                <a:prstClr val="black"/>
              </a:solidFill>
              <a:latin typeface="Times New Roman" pitchFamily="18" charset="0"/>
              <a:cs typeface="Times New Roman" pitchFamily="18" charset="0"/>
            </a:endParaRPr>
          </a:p>
          <a:p>
            <a:pPr algn="ctr">
              <a:defRPr/>
            </a:pPr>
            <a:r>
              <a:rPr lang="it-IT" altLang="en-US" sz="1800" b="1" dirty="0">
                <a:solidFill>
                  <a:prstClr val="black"/>
                </a:solidFill>
                <a:latin typeface="Times New Roman" pitchFamily="18" charset="0"/>
                <a:cs typeface="Times New Roman" pitchFamily="18" charset="0"/>
              </a:rPr>
              <a:t>                                        K  </a:t>
            </a:r>
            <a:r>
              <a:rPr lang="en-US" altLang="en-US" sz="1800" b="1" dirty="0">
                <a:solidFill>
                  <a:prstClr val="black"/>
                </a:solidFill>
                <a:latin typeface="Times New Roman" pitchFamily="18" charset="0"/>
                <a:cs typeface="Times New Roman" pitchFamily="18" charset="0"/>
              </a:rPr>
              <a:t>SRINIVASULU                                  BU21CSEN0600095</a:t>
            </a:r>
            <a:endParaRPr lang="en-US" altLang="en-US" sz="1800" dirty="0">
              <a:solidFill>
                <a:prstClr val="black"/>
              </a:solidFill>
              <a:latin typeface="Times New Roman" pitchFamily="18" charset="0"/>
              <a:cs typeface="Times New Roman" pitchFamily="18" charset="0"/>
            </a:endParaRPr>
          </a:p>
        </p:txBody>
      </p:sp>
      <p:sp>
        <p:nvSpPr>
          <p:cNvPr id="5125" name="Rectangle 11">
            <a:extLst>
              <a:ext uri="{FF2B5EF4-FFF2-40B4-BE49-F238E27FC236}">
                <a16:creationId xmlns:a16="http://schemas.microsoft.com/office/drawing/2014/main" id="{DAC12AC0-5948-BED2-8E84-51DE87E5BC69}"/>
              </a:ext>
            </a:extLst>
          </p:cNvPr>
          <p:cNvSpPr>
            <a:spLocks noChangeArrowheads="1"/>
          </p:cNvSpPr>
          <p:nvPr/>
        </p:nvSpPr>
        <p:spPr bwMode="auto">
          <a:xfrm>
            <a:off x="539750" y="5732463"/>
            <a:ext cx="8280400" cy="1016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000" b="1">
                <a:solidFill>
                  <a:srgbClr val="000099"/>
                </a:solidFill>
                <a:latin typeface="Times New Roman" panose="02020603050405020304" pitchFamily="18" charset="0"/>
                <a:cs typeface="Times New Roman" panose="02020603050405020304" pitchFamily="18" charset="0"/>
              </a:rPr>
              <a:t>Department of Artificial Intelligence and Data Science</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GITAM School of Technology, GITAM (Deemed to be University),</a:t>
            </a:r>
          </a:p>
          <a:p>
            <a:pPr algn="ctr" eaLnBrk="1" hangingPunct="1">
              <a:spcBef>
                <a:spcPct val="0"/>
              </a:spcBef>
              <a:buFontTx/>
              <a:buNone/>
            </a:pPr>
            <a:r>
              <a:rPr lang="en-US" altLang="en-US" sz="2000">
                <a:latin typeface="Times New Roman" panose="02020603050405020304" pitchFamily="18" charset="0"/>
                <a:cs typeface="Times New Roman" panose="02020603050405020304" pitchFamily="18" charset="0"/>
              </a:rPr>
              <a:t>Bengaluru, Karnataka, INDIA.</a:t>
            </a:r>
            <a:endParaRPr lang="en-IN" altLang="en-US" sz="2000" b="1">
              <a:solidFill>
                <a:srgbClr val="000099"/>
              </a:solidFill>
              <a:latin typeface="Times New Roman" panose="02020603050405020304" pitchFamily="18" charset="0"/>
              <a:cs typeface="Times New Roman" panose="02020603050405020304" pitchFamily="18" charset="0"/>
            </a:endParaRPr>
          </a:p>
        </p:txBody>
      </p:sp>
      <p:pic>
        <p:nvPicPr>
          <p:cNvPr id="5126" name="Picture 2" descr="D:\GITAM-GST-CSE\2024-25\Capstone-Project\GITAM-newlogo.jpeg">
            <a:extLst>
              <a:ext uri="{FF2B5EF4-FFF2-40B4-BE49-F238E27FC236}">
                <a16:creationId xmlns:a16="http://schemas.microsoft.com/office/drawing/2014/main" id="{0C4B70C9-798B-6939-3E55-7323B01AA98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7170" name="Title 1">
            <a:extLst>
              <a:ext uri="{FF2B5EF4-FFF2-40B4-BE49-F238E27FC236}">
                <a16:creationId xmlns:a16="http://schemas.microsoft.com/office/drawing/2014/main" id="{26EC176C-150F-40AD-B2D2-F02CAC73D6DC}"/>
              </a:ext>
            </a:extLst>
          </p:cNvPr>
          <p:cNvSpPr>
            <a:spLocks noGrp="1"/>
          </p:cNvSpPr>
          <p:nvPr>
            <p:ph type="title"/>
          </p:nvPr>
        </p:nvSpPr>
        <p:spPr>
          <a:xfrm>
            <a:off x="293077" y="899757"/>
            <a:ext cx="8229600" cy="1143000"/>
          </a:xfrm>
        </p:spPr>
        <p:txBody>
          <a:bodyPr/>
          <a:lstStyle/>
          <a:p>
            <a:r>
              <a:rPr lang="en-IN" altLang="en-US" sz="2800" b="1" dirty="0">
                <a:latin typeface="Times New Roman" panose="02020603050405020304" pitchFamily="18" charset="0"/>
                <a:cs typeface="Times New Roman" panose="02020603050405020304" pitchFamily="18" charset="0"/>
              </a:rPr>
              <a:t>Incorporation of suggestion by review panel in Review-1 </a:t>
            </a:r>
          </a:p>
        </p:txBody>
      </p:sp>
      <p:sp>
        <p:nvSpPr>
          <p:cNvPr id="7171" name="Slide Number Placeholder 3">
            <a:extLst>
              <a:ext uri="{FF2B5EF4-FFF2-40B4-BE49-F238E27FC236}">
                <a16:creationId xmlns:a16="http://schemas.microsoft.com/office/drawing/2014/main" id="{A4809F22-7186-EF04-E941-96EECCB86837}"/>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6D3A3CE3-3CF3-4FDA-9BFF-FCAA2002269E}" type="slidenum">
              <a:rPr lang="en-US" altLang="en-US">
                <a:solidFill>
                  <a:srgbClr val="898989"/>
                </a:solidFill>
              </a:rPr>
              <a:pPr/>
              <a:t>2</a:t>
            </a:fld>
            <a:endParaRPr lang="en-US" altLang="en-US">
              <a:solidFill>
                <a:srgbClr val="898989"/>
              </a:solidFill>
            </a:endParaRPr>
          </a:p>
        </p:txBody>
      </p:sp>
      <p:graphicFrame>
        <p:nvGraphicFramePr>
          <p:cNvPr id="8" name="Content Placeholder 7">
            <a:extLst>
              <a:ext uri="{FF2B5EF4-FFF2-40B4-BE49-F238E27FC236}">
                <a16:creationId xmlns:a16="http://schemas.microsoft.com/office/drawing/2014/main" id="{CDE674C0-1D73-3843-478A-2AC44DB5D94B}"/>
              </a:ext>
            </a:extLst>
          </p:cNvPr>
          <p:cNvGraphicFramePr>
            <a:graphicFrameLocks noGrp="1"/>
          </p:cNvGraphicFramePr>
          <p:nvPr>
            <p:ph idx="1"/>
            <p:extLst>
              <p:ext uri="{D42A27DB-BD31-4B8C-83A1-F6EECF244321}">
                <p14:modId xmlns:p14="http://schemas.microsoft.com/office/powerpoint/2010/main" val="2395714639"/>
              </p:ext>
            </p:extLst>
          </p:nvPr>
        </p:nvGraphicFramePr>
        <p:xfrm>
          <a:off x="457200" y="2147275"/>
          <a:ext cx="8229600" cy="1993637"/>
        </p:xfrm>
        <a:graphic>
          <a:graphicData uri="http://schemas.openxmlformats.org/drawingml/2006/table">
            <a:tbl>
              <a:tblPr firstRow="1" bandRow="1">
                <a:tableStyleId>{5C22544A-7EE6-4342-B048-85BDC9FD1C3A}</a:tableStyleId>
              </a:tblPr>
              <a:tblGrid>
                <a:gridCol w="1018456">
                  <a:extLst>
                    <a:ext uri="{9D8B030D-6E8A-4147-A177-3AD203B41FA5}">
                      <a16:colId xmlns:a16="http://schemas.microsoft.com/office/drawing/2014/main" val="2662505545"/>
                    </a:ext>
                  </a:extLst>
                </a:gridCol>
                <a:gridCol w="4467944">
                  <a:extLst>
                    <a:ext uri="{9D8B030D-6E8A-4147-A177-3AD203B41FA5}">
                      <a16:colId xmlns:a16="http://schemas.microsoft.com/office/drawing/2014/main" val="2294151926"/>
                    </a:ext>
                  </a:extLst>
                </a:gridCol>
                <a:gridCol w="2743200">
                  <a:extLst>
                    <a:ext uri="{9D8B030D-6E8A-4147-A177-3AD203B41FA5}">
                      <a16:colId xmlns:a16="http://schemas.microsoft.com/office/drawing/2014/main" val="3572903422"/>
                    </a:ext>
                  </a:extLst>
                </a:gridCol>
              </a:tblGrid>
              <a:tr h="861037">
                <a:tc>
                  <a:txBody>
                    <a:bodyPr/>
                    <a:lstStyle/>
                    <a:p>
                      <a:r>
                        <a:rPr lang="en-IN" sz="1800" dirty="0" err="1">
                          <a:solidFill>
                            <a:schemeClr val="tx1"/>
                          </a:solidFill>
                          <a:latin typeface="Times New Roman" panose="02020603050405020304" pitchFamily="18" charset="0"/>
                          <a:cs typeface="Times New Roman" panose="02020603050405020304" pitchFamily="18" charset="0"/>
                        </a:rPr>
                        <a:t>Sl</a:t>
                      </a:r>
                      <a:r>
                        <a:rPr lang="en-IN" sz="1800" dirty="0">
                          <a:solidFill>
                            <a:schemeClr val="tx1"/>
                          </a:solidFill>
                          <a:latin typeface="Times New Roman" panose="02020603050405020304" pitchFamily="18" charset="0"/>
                          <a:cs typeface="Times New Roman" panose="02020603050405020304" pitchFamily="18" charset="0"/>
                        </a:rPr>
                        <a:t> No.</a:t>
                      </a:r>
                    </a:p>
                  </a:txBody>
                  <a:tcPr marT="45719" marB="45719"/>
                </a:tc>
                <a:tc>
                  <a:txBody>
                    <a:bodyPr/>
                    <a:lstStyle/>
                    <a:p>
                      <a:r>
                        <a:rPr lang="en-IN" sz="1800" dirty="0">
                          <a:solidFill>
                            <a:schemeClr val="tx1"/>
                          </a:solidFill>
                          <a:latin typeface="Times New Roman" panose="02020603050405020304" pitchFamily="18" charset="0"/>
                          <a:cs typeface="Times New Roman" panose="02020603050405020304" pitchFamily="18" charset="0"/>
                        </a:rPr>
                        <a:t>                  Suggestions</a:t>
                      </a:r>
                    </a:p>
                  </a:txBody>
                  <a:tcPr marT="45719" marB="45719"/>
                </a:tc>
                <a:tc>
                  <a:txBody>
                    <a:bodyPr/>
                    <a:lstStyle/>
                    <a:p>
                      <a:r>
                        <a:rPr lang="en-IN" sz="1800" dirty="0">
                          <a:solidFill>
                            <a:schemeClr val="tx1"/>
                          </a:solidFill>
                          <a:latin typeface="Times New Roman" panose="02020603050405020304" pitchFamily="18" charset="0"/>
                          <a:cs typeface="Times New Roman" panose="02020603050405020304" pitchFamily="18" charset="0"/>
                        </a:rPr>
                        <a:t>Incorporation of suggestion (Yes/No)</a:t>
                      </a:r>
                    </a:p>
                  </a:txBody>
                  <a:tcPr marT="45719" marB="45719"/>
                </a:tc>
                <a:extLst>
                  <a:ext uri="{0D108BD9-81ED-4DB2-BD59-A6C34878D82A}">
                    <a16:rowId xmlns:a16="http://schemas.microsoft.com/office/drawing/2014/main" val="1307645459"/>
                  </a:ext>
                </a:extLst>
              </a:tr>
              <a:tr h="492522">
                <a:tc>
                  <a:txBody>
                    <a:bodyPr/>
                    <a:lstStyle/>
                    <a:p>
                      <a:pPr algn="ctr"/>
                      <a:r>
                        <a:rPr lang="en-IN" sz="1800" dirty="0">
                          <a:latin typeface="Times New Roman" panose="02020603050405020304" pitchFamily="18" charset="0"/>
                          <a:cs typeface="Times New Roman" panose="02020603050405020304" pitchFamily="18" charset="0"/>
                        </a:rPr>
                        <a:t>1</a:t>
                      </a:r>
                    </a:p>
                  </a:txBody>
                  <a:tcPr marT="45719" marB="45719"/>
                </a:tc>
                <a:tc>
                  <a:txBody>
                    <a:bodyPr/>
                    <a:lstStyle/>
                    <a:p>
                      <a:r>
                        <a:rPr lang="en-IN" sz="1800" dirty="0">
                          <a:latin typeface="Times New Roman" panose="02020603050405020304" pitchFamily="18" charset="0"/>
                          <a:cs typeface="Times New Roman" panose="02020603050405020304" pitchFamily="18" charset="0"/>
                        </a:rPr>
                        <a:t>Add language translator</a:t>
                      </a:r>
                    </a:p>
                  </a:txBody>
                  <a:tcPr marT="45719" marB="45719"/>
                </a:tc>
                <a:tc>
                  <a:txBody>
                    <a:bodyPr/>
                    <a:lstStyle/>
                    <a:p>
                      <a:r>
                        <a:rPr lang="en-IN" sz="1800" dirty="0">
                          <a:latin typeface="Times New Roman" panose="02020603050405020304" pitchFamily="18" charset="0"/>
                          <a:cs typeface="Times New Roman" panose="02020603050405020304" pitchFamily="18" charset="0"/>
                        </a:rPr>
                        <a:t>         yes</a:t>
                      </a:r>
                    </a:p>
                  </a:txBody>
                  <a:tcPr marT="45719" marB="45719"/>
                </a:tc>
                <a:extLst>
                  <a:ext uri="{0D108BD9-81ED-4DB2-BD59-A6C34878D82A}">
                    <a16:rowId xmlns:a16="http://schemas.microsoft.com/office/drawing/2014/main" val="3378359028"/>
                  </a:ext>
                </a:extLst>
              </a:tr>
              <a:tr h="492522">
                <a:tc>
                  <a:txBody>
                    <a:bodyPr/>
                    <a:lstStyle/>
                    <a:p>
                      <a:pPr algn="ctr"/>
                      <a:r>
                        <a:rPr lang="en-IN" sz="1800" dirty="0">
                          <a:latin typeface="Times New Roman" panose="02020603050405020304" pitchFamily="18" charset="0"/>
                          <a:cs typeface="Times New Roman" panose="02020603050405020304" pitchFamily="18" charset="0"/>
                        </a:rPr>
                        <a:t>2</a:t>
                      </a:r>
                    </a:p>
                  </a:txBody>
                  <a:tcPr marT="45719" marB="45719"/>
                </a:tc>
                <a:tc>
                  <a:txBody>
                    <a:bodyPr/>
                    <a:lstStyle/>
                    <a:p>
                      <a:r>
                        <a:rPr lang="en-IN" sz="1800" dirty="0">
                          <a:latin typeface="Times New Roman" panose="02020603050405020304" pitchFamily="18" charset="0"/>
                          <a:cs typeface="Times New Roman" panose="02020603050405020304" pitchFamily="18" charset="0"/>
                        </a:rPr>
                        <a:t>Include more content and also said the chat bot</a:t>
                      </a:r>
                    </a:p>
                  </a:txBody>
                  <a:tcPr marT="45719" marB="45719"/>
                </a:tc>
                <a:tc>
                  <a:txBody>
                    <a:bodyPr/>
                    <a:lstStyle/>
                    <a:p>
                      <a:r>
                        <a:rPr lang="en-IN" sz="1800" dirty="0">
                          <a:latin typeface="Times New Roman" panose="02020603050405020304" pitchFamily="18" charset="0"/>
                          <a:cs typeface="Times New Roman" panose="02020603050405020304" pitchFamily="18" charset="0"/>
                        </a:rPr>
                        <a:t>         yes</a:t>
                      </a:r>
                    </a:p>
                  </a:txBody>
                  <a:tcPr marT="45719" marB="45719"/>
                </a:tc>
                <a:extLst>
                  <a:ext uri="{0D108BD9-81ED-4DB2-BD59-A6C34878D82A}">
                    <a16:rowId xmlns:a16="http://schemas.microsoft.com/office/drawing/2014/main" val="2252037700"/>
                  </a:ext>
                </a:extLst>
              </a:tr>
            </a:tbl>
          </a:graphicData>
        </a:graphic>
      </p:graphicFrame>
      <p:pic>
        <p:nvPicPr>
          <p:cNvPr id="2" name="Google Shape;242;p37" descr="D:\GITAM-GST-CSE\2024-25\Capstone-Project\GITAM-newlogo.jpeg">
            <a:extLst>
              <a:ext uri="{FF2B5EF4-FFF2-40B4-BE49-F238E27FC236}">
                <a16:creationId xmlns:a16="http://schemas.microsoft.com/office/drawing/2014/main" id="{72241F8B-B230-F614-BA77-B4FD73F43050}"/>
              </a:ext>
            </a:extLst>
          </p:cNvPr>
          <p:cNvPicPr preferRelativeResize="0"/>
          <p:nvPr/>
        </p:nvPicPr>
        <p:blipFill rotWithShape="1">
          <a:blip r:embed="rId2">
            <a:alphaModFix/>
          </a:blip>
          <a:srcRect/>
          <a:stretch/>
        </p:blipFill>
        <p:spPr>
          <a:xfrm>
            <a:off x="6804025" y="0"/>
            <a:ext cx="2339975" cy="962025"/>
          </a:xfrm>
          <a:prstGeom prst="rect">
            <a:avLst/>
          </a:prstGeom>
          <a:noFill/>
          <a:ln>
            <a:noFill/>
          </a:ln>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8194" name="Title 1">
            <a:extLst>
              <a:ext uri="{FF2B5EF4-FFF2-40B4-BE49-F238E27FC236}">
                <a16:creationId xmlns:a16="http://schemas.microsoft.com/office/drawing/2014/main" id="{3C5283BB-A6C7-F50E-5E49-3C0E5340D0A1}"/>
              </a:ext>
            </a:extLst>
          </p:cNvPr>
          <p:cNvSpPr>
            <a:spLocks noGrp="1" noChangeArrowheads="1"/>
          </p:cNvSpPr>
          <p:nvPr>
            <p:ph type="title"/>
          </p:nvPr>
        </p:nvSpPr>
        <p:spPr>
          <a:xfrm>
            <a:off x="323850" y="288925"/>
            <a:ext cx="5278438" cy="885825"/>
          </a:xfrm>
        </p:spPr>
        <p:txBody>
          <a:bodyPr/>
          <a:lstStyle/>
          <a:p>
            <a:pPr algn="just" eaLnBrk="1" hangingPunct="1"/>
            <a:r>
              <a:rPr lang="en-IN" altLang="en-US" sz="2800" b="1">
                <a:solidFill>
                  <a:srgbClr val="0070C0"/>
                </a:solidFill>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BC699747-5AF7-4AB7-9936-E79341803695}"/>
              </a:ext>
            </a:extLst>
          </p:cNvPr>
          <p:cNvSpPr>
            <a:spLocks noGrp="1"/>
          </p:cNvSpPr>
          <p:nvPr>
            <p:ph idx="1"/>
          </p:nvPr>
        </p:nvSpPr>
        <p:spPr>
          <a:xfrm>
            <a:off x="468313" y="981075"/>
            <a:ext cx="8496300" cy="4459288"/>
          </a:xfrm>
        </p:spPr>
        <p:txBody>
          <a:bodyPr rtlCol="0">
            <a:noAutofit/>
          </a:bodyPr>
          <a:lstStyle/>
          <a:p>
            <a:pPr marL="457200" indent="-457200" eaLnBrk="1" fontAlgn="auto" hangingPunct="1">
              <a:spcAft>
                <a:spcPts val="0"/>
              </a:spcAft>
              <a:buFont typeface="+mj-lt"/>
              <a:buAutoNum type="arabicPeriod"/>
              <a:defRPr/>
            </a:pPr>
            <a:r>
              <a:rPr lang="en-IN" sz="2000" b="1" dirty="0">
                <a:latin typeface="Times New Roman" panose="02020603050405020304" pitchFamily="18" charset="0"/>
                <a:cs typeface="Times New Roman" panose="02020603050405020304" pitchFamily="18" charset="0"/>
              </a:rPr>
              <a:t>Abstract</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Gantt Chart</a:t>
            </a:r>
          </a:p>
          <a:p>
            <a:pPr marL="457200" indent="-457200" eaLnBrk="1" fontAlgn="auto" hangingPunct="1">
              <a:spcAft>
                <a:spcPts val="0"/>
              </a:spcAft>
              <a:buFont typeface="+mj-lt"/>
              <a:buAutoNum type="arabicPeriod"/>
              <a:defRPr/>
            </a:pPr>
            <a:r>
              <a:rPr lang="en-IN" sz="2000" dirty="0">
                <a:solidFill>
                  <a:schemeClr val="accent3"/>
                </a:solidFill>
                <a:latin typeface="Times New Roman" panose="02020603050405020304" pitchFamily="18" charset="0"/>
                <a:cs typeface="Times New Roman" panose="02020603050405020304" pitchFamily="18" charset="0"/>
              </a:rPr>
              <a:t>Introduction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Literature Survey</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Problem Statement</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Objectives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Requirement Analysis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Identification of tools/technology/algorithms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Final Design Strategy (project workflow/ system design/ DFD/UML design)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Implementation details (Packages/Libraries, Classes, Methods and Datasets only)</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Testing</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Results</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Conclusion</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PO’s Attainment</a:t>
            </a:r>
          </a:p>
          <a:p>
            <a:pPr marL="457200" indent="-457200" eaLnBrk="1" fontAlgn="auto" hangingPunct="1">
              <a:spcAft>
                <a:spcPts val="0"/>
              </a:spcAft>
              <a:buFont typeface="+mj-lt"/>
              <a:buAutoNum type="arabicPeriod"/>
              <a:defRPr/>
            </a:pPr>
            <a:r>
              <a:rPr lang="en-US" sz="2000" dirty="0">
                <a:solidFill>
                  <a:schemeClr val="accent3"/>
                </a:solidFill>
                <a:latin typeface="Times New Roman" panose="02020603050405020304" pitchFamily="18" charset="0"/>
                <a:cs typeface="Times New Roman" panose="02020603050405020304" pitchFamily="18" charset="0"/>
              </a:rPr>
              <a:t>References</a:t>
            </a:r>
            <a:endParaRPr lang="en-IN" sz="2000" dirty="0">
              <a:solidFill>
                <a:schemeClr val="accent3"/>
              </a:solidFill>
              <a:latin typeface="Times New Roman" panose="02020603050405020304" pitchFamily="18" charset="0"/>
              <a:cs typeface="Times New Roman" panose="02020603050405020304" pitchFamily="18" charset="0"/>
            </a:endParaRPr>
          </a:p>
          <a:p>
            <a:pPr eaLnBrk="1" fontAlgn="auto" hangingPunct="1">
              <a:spcAft>
                <a:spcPts val="0"/>
              </a:spcAft>
              <a:buFont typeface="Wingdings" panose="05000000000000000000" pitchFamily="2" charset="2"/>
              <a:buChar char="Ø"/>
              <a:defRPr/>
            </a:pPr>
            <a:endParaRPr lang="en-IN" sz="2000" dirty="0">
              <a:latin typeface="Times New Roman" panose="02020603050405020304" pitchFamily="18" charset="0"/>
              <a:cs typeface="Times New Roman" panose="02020603050405020304" pitchFamily="18" charset="0"/>
            </a:endParaRPr>
          </a:p>
        </p:txBody>
      </p:sp>
      <p:sp>
        <p:nvSpPr>
          <p:cNvPr id="8196" name="Slide Number Placeholder 1">
            <a:extLst>
              <a:ext uri="{FF2B5EF4-FFF2-40B4-BE49-F238E27FC236}">
                <a16:creationId xmlns:a16="http://schemas.microsoft.com/office/drawing/2014/main" id="{7D4AB6C6-C7B0-944C-2485-986F5D9D0C5F}"/>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13FBC5A4-1C38-457A-80BB-B23663F9288E}" type="slidenum">
              <a:rPr lang="en-US" altLang="en-US" sz="1200">
                <a:solidFill>
                  <a:srgbClr val="898989"/>
                </a:solidFill>
              </a:rPr>
              <a:pPr>
                <a:spcBef>
                  <a:spcPct val="0"/>
                </a:spcBef>
                <a:buFontTx/>
                <a:buNone/>
              </a:pPr>
              <a:t>3</a:t>
            </a:fld>
            <a:endParaRPr lang="en-US" altLang="en-US" sz="1200">
              <a:solidFill>
                <a:srgbClr val="898989"/>
              </a:solidFill>
            </a:endParaRPr>
          </a:p>
        </p:txBody>
      </p:sp>
      <p:pic>
        <p:nvPicPr>
          <p:cNvPr id="8197" name="Picture 2" descr="D:\GITAM-GST-CSE\2024-25\Capstone-Project\GITAM-newlogo.jpeg">
            <a:extLst>
              <a:ext uri="{FF2B5EF4-FFF2-40B4-BE49-F238E27FC236}">
                <a16:creationId xmlns:a16="http://schemas.microsoft.com/office/drawing/2014/main" id="{6860961C-413C-693A-ACF1-560D958AF06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7170" name="Picture 2" descr="D:\GITAM-GST-CSE\2024-25\Capstone-Project\GITAM-newlogo.jpeg">
            <a:extLst>
              <a:ext uri="{FF2B5EF4-FFF2-40B4-BE49-F238E27FC236}">
                <a16:creationId xmlns:a16="http://schemas.microsoft.com/office/drawing/2014/main" id="{5C817C06-B924-9B6C-1E8D-96B5C4649E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171" name="Rectangle 3">
            <a:extLst>
              <a:ext uri="{FF2B5EF4-FFF2-40B4-BE49-F238E27FC236}">
                <a16:creationId xmlns:a16="http://schemas.microsoft.com/office/drawing/2014/main" id="{66B9FEB9-7365-D8B8-CFD2-31182332ED28}"/>
              </a:ext>
            </a:extLst>
          </p:cNvPr>
          <p:cNvSpPr>
            <a:spLocks noChangeArrowheads="1"/>
          </p:cNvSpPr>
          <p:nvPr/>
        </p:nvSpPr>
        <p:spPr bwMode="auto">
          <a:xfrm>
            <a:off x="3059113" y="312738"/>
            <a:ext cx="24018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Abstract</a:t>
            </a:r>
          </a:p>
        </p:txBody>
      </p:sp>
      <p:sp>
        <p:nvSpPr>
          <p:cNvPr id="7172" name="Rectangle 6">
            <a:extLst>
              <a:ext uri="{FF2B5EF4-FFF2-40B4-BE49-F238E27FC236}">
                <a16:creationId xmlns:a16="http://schemas.microsoft.com/office/drawing/2014/main" id="{F480B51D-E084-BF0E-5236-04B4882C61D2}"/>
              </a:ext>
            </a:extLst>
          </p:cNvPr>
          <p:cNvSpPr>
            <a:spLocks noChangeArrowheads="1"/>
          </p:cNvSpPr>
          <p:nvPr/>
        </p:nvSpPr>
        <p:spPr bwMode="auto">
          <a:xfrm>
            <a:off x="250825" y="1052513"/>
            <a:ext cx="8281988" cy="5632311"/>
          </a:xfrm>
          <a:prstGeom prst="rect">
            <a:avLst/>
          </a:prstGeom>
          <a:noFill/>
          <a:ln>
            <a:noFill/>
          </a:ln>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Silk cocoon rearing is an essential process in the silk industry, yet many farmers face challenges due to limited access to the information.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This project aims to develop a user-friendly website designed specifically for silk cocoon rearing farmers, providing them with up-to-date matter and accurate information to improve their farming practices.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The website will useful for what are the measures to follow in cocoon rearing techniques, pest and disease control, environmental and market insights. </a:t>
            </a:r>
          </a:p>
          <a:p>
            <a:pPr marL="415925" indent="-342900" algn="just" eaLnBrk="1" hangingPunct="1">
              <a:spcBef>
                <a:spcPct val="0"/>
              </a:spcBef>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Additionally, it will feature sections for weather updates, government schemes, and a community forum where farmers can exchange knowledge and solutions. </a:t>
            </a:r>
          </a:p>
          <a:p>
            <a:pPr algn="just" eaLnBrk="1" hangingPunct="1">
              <a:spcBef>
                <a:spcPct val="0"/>
              </a:spcBef>
              <a:buNone/>
              <a:defRPr/>
            </a:pPr>
            <a:endParaRPr lang="en-US" altLang="en-US" sz="2000" dirty="0">
              <a:latin typeface="Times New Roman" panose="02020603050405020304" pitchFamily="18" charset="0"/>
              <a:cs typeface="Times New Roman" panose="02020603050405020304" pitchFamily="18" charset="0"/>
            </a:endParaRPr>
          </a:p>
          <a:p>
            <a:pPr marL="415925" indent="-342900" algn="just" eaLnBrk="1" hangingPunct="1">
              <a:spcBef>
                <a:spcPct val="0"/>
              </a:spcBef>
              <a:defRPr/>
            </a:pPr>
            <a:r>
              <a:rPr lang="en-US" altLang="en-US" sz="2000" dirty="0">
                <a:latin typeface="Times New Roman" panose="02020603050405020304" pitchFamily="18" charset="0"/>
                <a:cs typeface="Times New Roman" panose="02020603050405020304" pitchFamily="18" charset="0"/>
              </a:rPr>
              <a:t>The website will helpful for </a:t>
            </a:r>
            <a:r>
              <a:rPr lang="en-US" altLang="en-US" sz="2000">
                <a:latin typeface="Times New Roman" panose="02020603050405020304" pitchFamily="18" charset="0"/>
                <a:cs typeface="Times New Roman" panose="02020603050405020304" pitchFamily="18" charset="0"/>
              </a:rPr>
              <a:t>silk farmers in </a:t>
            </a:r>
            <a:r>
              <a:rPr lang="en-US" altLang="en-US" sz="2000" dirty="0">
                <a:latin typeface="Times New Roman" panose="02020603050405020304" pitchFamily="18" charset="0"/>
                <a:cs typeface="Times New Roman" panose="02020603050405020304" pitchFamily="18" charset="0"/>
              </a:rPr>
              <a:t>reduce risks, and increase profitability in silk farming.</a:t>
            </a:r>
            <a:endParaRPr lang="en-US" altLang="en-US" sz="2000" b="1" i="1" u="sng" dirty="0">
              <a:latin typeface="Times New Roman" panose="02020603050405020304" pitchFamily="18" charset="0"/>
              <a:cs typeface="Times New Roman" panose="02020603050405020304" pitchFamily="18" charset="0"/>
            </a:endParaRPr>
          </a:p>
          <a:p>
            <a:pPr algn="just" eaLnBrk="1" hangingPunct="1">
              <a:spcBef>
                <a:spcPct val="0"/>
              </a:spcBef>
              <a:buFontTx/>
              <a:buNone/>
              <a:defRPr/>
            </a:pPr>
            <a:endParaRPr lang="en-US" altLang="en-US" sz="2000" b="1" i="1" u="sng"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1FB540E-A029-1461-6B46-0DE22A75FF2B}"/>
            </a:ext>
          </a:extLst>
        </p:cNvPr>
        <p:cNvGrpSpPr/>
        <p:nvPr/>
      </p:nvGrpSpPr>
      <p:grpSpPr>
        <a:xfrm>
          <a:off x="0" y="0"/>
          <a:ext cx="0" cy="0"/>
          <a:chOff x="0" y="0"/>
          <a:chExt cx="0" cy="0"/>
        </a:xfrm>
      </p:grpSpPr>
      <p:sp>
        <p:nvSpPr>
          <p:cNvPr id="23554" name="Title 1">
            <a:extLst>
              <a:ext uri="{FF2B5EF4-FFF2-40B4-BE49-F238E27FC236}">
                <a16:creationId xmlns:a16="http://schemas.microsoft.com/office/drawing/2014/main" id="{514EF75F-F455-88FD-074F-D8197DC6CD31}"/>
              </a:ext>
            </a:extLst>
          </p:cNvPr>
          <p:cNvSpPr>
            <a:spLocks noGrp="1"/>
          </p:cNvSpPr>
          <p:nvPr>
            <p:ph type="title"/>
          </p:nvPr>
        </p:nvSpPr>
        <p:spPr/>
        <p:txBody>
          <a:bodyPr/>
          <a:lstStyle/>
          <a:p>
            <a:r>
              <a:rPr lang="en-IN" altLang="en-US" dirty="0">
                <a:latin typeface="Times New Roman" panose="02020603050405020304" pitchFamily="18" charset="0"/>
                <a:cs typeface="Times New Roman" panose="02020603050405020304" pitchFamily="18" charset="0"/>
              </a:rPr>
              <a:t>Gantt Chart</a:t>
            </a:r>
          </a:p>
        </p:txBody>
      </p:sp>
      <p:sp>
        <p:nvSpPr>
          <p:cNvPr id="23555" name="Slide Number Placeholder 3">
            <a:extLst>
              <a:ext uri="{FF2B5EF4-FFF2-40B4-BE49-F238E27FC236}">
                <a16:creationId xmlns:a16="http://schemas.microsoft.com/office/drawing/2014/main" id="{8ACC42A0-1FA2-DC7B-3BA0-3A435BA1B9BD}"/>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CE0515A1-83A4-4205-9BBF-688381C1017F}" type="slidenum">
              <a:rPr lang="en-IN" altLang="en-US" sz="1200" smtClean="0">
                <a:solidFill>
                  <a:srgbClr val="898989"/>
                </a:solidFill>
              </a:rPr>
              <a:pPr>
                <a:spcBef>
                  <a:spcPct val="0"/>
                </a:spcBef>
                <a:buFontTx/>
                <a:buNone/>
              </a:pPr>
              <a:t>5</a:t>
            </a:fld>
            <a:endParaRPr lang="en-IN" altLang="en-US" sz="1200">
              <a:solidFill>
                <a:srgbClr val="898989"/>
              </a:solidFill>
            </a:endParaRPr>
          </a:p>
        </p:txBody>
      </p:sp>
      <p:pic>
        <p:nvPicPr>
          <p:cNvPr id="23556" name="Google Shape;432;p61">
            <a:extLst>
              <a:ext uri="{FF2B5EF4-FFF2-40B4-BE49-F238E27FC236}">
                <a16:creationId xmlns:a16="http://schemas.microsoft.com/office/drawing/2014/main" id="{705152CD-5DA9-D737-241D-F2C29AB554C9}"/>
              </a:ext>
            </a:extLst>
          </p:cNvPr>
          <p:cNvPicPr>
            <a:picLocks noGrp="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827584" y="1638358"/>
            <a:ext cx="7708900" cy="4525963"/>
          </a:xfrm>
        </p:spPr>
      </p:pic>
      <p:pic>
        <p:nvPicPr>
          <p:cNvPr id="3" name="Picture 2">
            <a:extLst>
              <a:ext uri="{FF2B5EF4-FFF2-40B4-BE49-F238E27FC236}">
                <a16:creationId xmlns:a16="http://schemas.microsoft.com/office/drawing/2014/main" id="{74606396-923B-3BD2-E60C-20AE10DC9B2B}"/>
              </a:ext>
            </a:extLst>
          </p:cNvPr>
          <p:cNvPicPr>
            <a:picLocks noChangeAspect="1"/>
          </p:cNvPicPr>
          <p:nvPr/>
        </p:nvPicPr>
        <p:blipFill>
          <a:blip r:embed="rId3">
            <a:extLst>
              <a:ext uri="{28A0092B-C50C-407E-A947-70E740481C1C}">
                <a14:useLocalDpi xmlns:a14="http://schemas.microsoft.com/office/drawing/2010/main" val="0"/>
              </a:ext>
            </a:extLst>
          </a:blip>
          <a:srcRect t="33333" b="-21532"/>
          <a:stretch/>
        </p:blipFill>
        <p:spPr>
          <a:xfrm>
            <a:off x="1635998" y="1868072"/>
            <a:ext cx="4277322" cy="303232"/>
          </a:xfrm>
          <a:prstGeom prst="rect">
            <a:avLst/>
          </a:prstGeom>
        </p:spPr>
      </p:pic>
      <p:sp>
        <p:nvSpPr>
          <p:cNvPr id="4" name="TextBox 3">
            <a:extLst>
              <a:ext uri="{FF2B5EF4-FFF2-40B4-BE49-F238E27FC236}">
                <a16:creationId xmlns:a16="http://schemas.microsoft.com/office/drawing/2014/main" id="{0C02B5B8-9F4E-7671-9E82-6546201078A1}"/>
              </a:ext>
            </a:extLst>
          </p:cNvPr>
          <p:cNvSpPr txBox="1"/>
          <p:nvPr/>
        </p:nvSpPr>
        <p:spPr>
          <a:xfrm>
            <a:off x="1731556" y="1801972"/>
            <a:ext cx="4990178" cy="369332"/>
          </a:xfrm>
          <a:prstGeom prst="rect">
            <a:avLst/>
          </a:prstGeom>
          <a:noFill/>
        </p:spPr>
        <p:txBody>
          <a:bodyPr wrap="square" rtlCol="0">
            <a:spAutoFit/>
          </a:bodyPr>
          <a:lstStyle/>
          <a:p>
            <a:r>
              <a:rPr lang="en-US" dirty="0"/>
              <a:t>To develop a portal for silk farming formation</a:t>
            </a:r>
            <a:endParaRPr lang="en-IN" dirty="0"/>
          </a:p>
        </p:txBody>
      </p:sp>
    </p:spTree>
    <p:extLst>
      <p:ext uri="{BB962C8B-B14F-4D97-AF65-F5344CB8AC3E}">
        <p14:creationId xmlns:p14="http://schemas.microsoft.com/office/powerpoint/2010/main" val="184032346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8194" name="Picture 2" descr="D:\GITAM-GST-CSE\2024-25\Capstone-Project\GITAM-newlogo.jpeg">
            <a:extLst>
              <a:ext uri="{FF2B5EF4-FFF2-40B4-BE49-F238E27FC236}">
                <a16:creationId xmlns:a16="http://schemas.microsoft.com/office/drawing/2014/main" id="{1B291640-5FF9-8D2C-9E91-BCA0FB3C3F4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8195" name="Rectangle 2">
            <a:extLst>
              <a:ext uri="{FF2B5EF4-FFF2-40B4-BE49-F238E27FC236}">
                <a16:creationId xmlns:a16="http://schemas.microsoft.com/office/drawing/2014/main" id="{9CB0050F-79E4-4433-147F-A21898AAB64B}"/>
              </a:ext>
            </a:extLst>
          </p:cNvPr>
          <p:cNvSpPr>
            <a:spLocks noChangeArrowheads="1"/>
          </p:cNvSpPr>
          <p:nvPr/>
        </p:nvSpPr>
        <p:spPr bwMode="auto">
          <a:xfrm>
            <a:off x="2843213" y="195263"/>
            <a:ext cx="2135187"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Introduction</a:t>
            </a:r>
          </a:p>
        </p:txBody>
      </p:sp>
      <p:sp>
        <p:nvSpPr>
          <p:cNvPr id="3" name="Rectangle 6">
            <a:extLst>
              <a:ext uri="{FF2B5EF4-FFF2-40B4-BE49-F238E27FC236}">
                <a16:creationId xmlns:a16="http://schemas.microsoft.com/office/drawing/2014/main" id="{5E76C184-9378-D09B-A064-3BF44643EBBA}"/>
              </a:ext>
            </a:extLst>
          </p:cNvPr>
          <p:cNvSpPr>
            <a:spLocks noChangeArrowheads="1"/>
          </p:cNvSpPr>
          <p:nvPr/>
        </p:nvSpPr>
        <p:spPr bwMode="auto">
          <a:xfrm>
            <a:off x="179388" y="549275"/>
            <a:ext cx="9072562" cy="6862763"/>
          </a:xfrm>
          <a:prstGeom prst="rect">
            <a:avLst/>
          </a:prstGeom>
          <a:noFill/>
          <a:ln>
            <a:noFill/>
          </a:ln>
          <a:effectLst/>
        </p:spPr>
        <p:txBody>
          <a:bodyPr anchor="ctr">
            <a:spAutoFit/>
          </a:bodyPr>
          <a:lstStyle/>
          <a:p>
            <a:pPr>
              <a:defRPr/>
            </a:pPr>
            <a:r>
              <a:rPr lang="en-US" altLang="en-US" sz="2000" b="1" dirty="0">
                <a:latin typeface="Times New Roman" panose="02020603050405020304" pitchFamily="18" charset="0"/>
                <a:cs typeface="Times New Roman" panose="02020603050405020304" pitchFamily="18" charset="0"/>
              </a:rPr>
              <a:t>Definition</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Silk farming, also called sericulture, involves the cultivation of silkworms for the production of silk threads, a natural protein fiber used in textiles.</a:t>
            </a:r>
          </a:p>
          <a:p>
            <a:pPr>
              <a:defRPr/>
            </a:pPr>
            <a:r>
              <a:rPr lang="en-US" altLang="en-US" sz="2000" b="1" dirty="0">
                <a:latin typeface="Times New Roman" panose="02020603050405020304" pitchFamily="18" charset="0"/>
                <a:cs typeface="Times New Roman" panose="02020603050405020304" pitchFamily="18" charset="0"/>
              </a:rPr>
              <a:t>Historical Origins</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Originated in </a:t>
            </a:r>
            <a:r>
              <a:rPr lang="en-US" altLang="en-US" sz="2000" b="1" dirty="0">
                <a:latin typeface="Times New Roman" panose="02020603050405020304" pitchFamily="18" charset="0"/>
                <a:cs typeface="Times New Roman" panose="02020603050405020304" pitchFamily="18" charset="0"/>
              </a:rPr>
              <a:t>ancient China</a:t>
            </a:r>
            <a:r>
              <a:rPr lang="en-US" altLang="en-US" sz="2000" dirty="0">
                <a:latin typeface="Times New Roman" panose="02020603050405020304" pitchFamily="18" charset="0"/>
                <a:cs typeface="Times New Roman" panose="02020603050405020304" pitchFamily="18" charset="0"/>
              </a:rPr>
              <a:t> over 5,000 years ago during the Neolithic Age.</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According to legend, silk was discovered by Empress Xi Ling Shi when a cocoon fell into her tea, unraveling into a long, delicate thread.</a:t>
            </a:r>
          </a:p>
          <a:p>
            <a:pPr>
              <a:defRPr/>
            </a:pPr>
            <a:r>
              <a:rPr lang="en-US" altLang="en-US" sz="2000" b="1" dirty="0">
                <a:latin typeface="Times New Roman" panose="02020603050405020304" pitchFamily="18" charset="0"/>
                <a:cs typeface="Times New Roman" panose="02020603050405020304" pitchFamily="18" charset="0"/>
              </a:rPr>
              <a:t>Global Spread</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The art and techniques of sericulture gradually spread to Korea, Japan, India, and eventually Europe via the </a:t>
            </a:r>
            <a:r>
              <a:rPr lang="en-US" altLang="en-US" sz="2000" b="1" dirty="0">
                <a:latin typeface="Times New Roman" panose="02020603050405020304" pitchFamily="18" charset="0"/>
                <a:cs typeface="Times New Roman" panose="02020603050405020304" pitchFamily="18" charset="0"/>
              </a:rPr>
              <a:t>Silk Road</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Today, silk farming is practiced in over 60 countries, with </a:t>
            </a:r>
            <a:r>
              <a:rPr lang="en-US" altLang="en-US" sz="2000" b="1" dirty="0">
                <a:latin typeface="Times New Roman" panose="02020603050405020304" pitchFamily="18" charset="0"/>
                <a:cs typeface="Times New Roman" panose="02020603050405020304" pitchFamily="18" charset="0"/>
              </a:rPr>
              <a:t>India</a:t>
            </a:r>
            <a:r>
              <a:rPr lang="en-US" altLang="en-US" sz="2000" dirty="0">
                <a:latin typeface="Times New Roman" panose="02020603050405020304" pitchFamily="18" charset="0"/>
                <a:cs typeface="Times New Roman" panose="02020603050405020304" pitchFamily="18" charset="0"/>
              </a:rPr>
              <a:t> and </a:t>
            </a:r>
            <a:r>
              <a:rPr lang="en-US" altLang="en-US" sz="2000" b="1" dirty="0">
                <a:latin typeface="Times New Roman" panose="02020603050405020304" pitchFamily="18" charset="0"/>
                <a:cs typeface="Times New Roman" panose="02020603050405020304" pitchFamily="18" charset="0"/>
              </a:rPr>
              <a:t>China</a:t>
            </a:r>
            <a:r>
              <a:rPr lang="en-US" altLang="en-US" sz="2000" dirty="0">
                <a:latin typeface="Times New Roman" panose="02020603050405020304" pitchFamily="18" charset="0"/>
                <a:cs typeface="Times New Roman" panose="02020603050405020304" pitchFamily="18" charset="0"/>
              </a:rPr>
              <a:t> being the largest producers.</a:t>
            </a:r>
          </a:p>
          <a:p>
            <a:pPr>
              <a:defRPr/>
            </a:pPr>
            <a:r>
              <a:rPr lang="en-US" altLang="en-US" sz="2000" b="1" dirty="0">
                <a:latin typeface="Times New Roman" panose="02020603050405020304" pitchFamily="18" charset="0"/>
                <a:cs typeface="Times New Roman" panose="02020603050405020304" pitchFamily="18" charset="0"/>
              </a:rPr>
              <a:t>Economic Importance</a:t>
            </a:r>
            <a:r>
              <a:rPr lang="en-US" alt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Contributes significantly to the rural economy, particularly in countries like India, where it is an important source of income for small-scale farmers.</a:t>
            </a:r>
          </a:p>
          <a:p>
            <a:pPr>
              <a:defRPr/>
            </a:pPr>
            <a:r>
              <a:rPr lang="en-US" sz="2000" b="1" dirty="0">
                <a:latin typeface="Times New Roman" panose="02020603050405020304" pitchFamily="18" charset="0"/>
                <a:cs typeface="Times New Roman" panose="02020603050405020304" pitchFamily="18" charset="0"/>
              </a:rPr>
              <a:t>Challenges</a:t>
            </a:r>
            <a:r>
              <a:rPr lang="en-US" sz="2000" dirty="0">
                <a:latin typeface="Times New Roman" panose="02020603050405020304" pitchFamily="18" charset="0"/>
                <a:cs typeface="Times New Roman" panose="02020603050405020304" pitchFamily="18" charset="0"/>
              </a:rPr>
              <a:t>:</a:t>
            </a:r>
          </a:p>
          <a:p>
            <a:pPr marL="342900" indent="-3429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Sericulture faces challenges such as pest outbreaks, fluctuating market prices, and climate sensitivity.</a:t>
            </a:r>
          </a:p>
          <a:p>
            <a:pPr marL="342900" indent="-342900">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Governments and research organizations play a vital role in promoting disease management and weather adaptation strategies.</a:t>
            </a:r>
          </a:p>
          <a:p>
            <a:pPr>
              <a:defRPr/>
            </a:pPr>
            <a:endParaRPr lang="en-US" altLang="en-US" sz="2000" dirty="0">
              <a:latin typeface="Times New Roman" panose="02020603050405020304" pitchFamily="18" charset="0"/>
              <a:cs typeface="Times New Roman" panose="02020603050405020304" pitchFamily="18" charset="0"/>
            </a:endParaRPr>
          </a:p>
          <a:p>
            <a:pPr marL="342900" indent="-342900">
              <a:buFont typeface="Arial" panose="020B0604020202020204" pitchFamily="34" charset="0"/>
              <a:buChar char="•"/>
              <a:defRPr/>
            </a:pPr>
            <a:endParaRPr lang="en-US" altLang="en-US" sz="2000"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9218" name="Picture 2" descr="D:\GITAM-GST-CSE\2024-25\Capstone-Project\GITAM-newlogo.jpeg">
            <a:extLst>
              <a:ext uri="{FF2B5EF4-FFF2-40B4-BE49-F238E27FC236}">
                <a16:creationId xmlns:a16="http://schemas.microsoft.com/office/drawing/2014/main" id="{DF309355-2513-8A9D-6D70-11867072422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219" name="Rectangle 3">
            <a:extLst>
              <a:ext uri="{FF2B5EF4-FFF2-40B4-BE49-F238E27FC236}">
                <a16:creationId xmlns:a16="http://schemas.microsoft.com/office/drawing/2014/main" id="{AD74F6AB-B4AF-43D6-AAD4-F09D95BB5500}"/>
              </a:ext>
            </a:extLst>
          </p:cNvPr>
          <p:cNvSpPr>
            <a:spLocks noChangeArrowheads="1"/>
          </p:cNvSpPr>
          <p:nvPr/>
        </p:nvSpPr>
        <p:spPr bwMode="auto">
          <a:xfrm>
            <a:off x="2627313" y="377825"/>
            <a:ext cx="2938462"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a:t>
            </a:r>
          </a:p>
        </p:txBody>
      </p:sp>
      <p:graphicFrame>
        <p:nvGraphicFramePr>
          <p:cNvPr id="4" name="Table 3">
            <a:extLst>
              <a:ext uri="{FF2B5EF4-FFF2-40B4-BE49-F238E27FC236}">
                <a16:creationId xmlns:a16="http://schemas.microsoft.com/office/drawing/2014/main" id="{43473C33-A279-CC79-7530-9A98525B0647}"/>
              </a:ext>
            </a:extLst>
          </p:cNvPr>
          <p:cNvGraphicFramePr>
            <a:graphicFrameLocks noGrp="1"/>
          </p:cNvGraphicFramePr>
          <p:nvPr/>
        </p:nvGraphicFramePr>
        <p:xfrm>
          <a:off x="250825" y="1301750"/>
          <a:ext cx="8353426" cy="5318252"/>
        </p:xfrm>
        <a:graphic>
          <a:graphicData uri="http://schemas.openxmlformats.org/drawingml/2006/table">
            <a:tbl>
              <a:tblPr firstRow="1" firstCol="1" bandRow="1"/>
              <a:tblGrid>
                <a:gridCol w="590429">
                  <a:extLst>
                    <a:ext uri="{9D8B030D-6E8A-4147-A177-3AD203B41FA5}">
                      <a16:colId xmlns:a16="http://schemas.microsoft.com/office/drawing/2014/main" val="20000"/>
                    </a:ext>
                  </a:extLst>
                </a:gridCol>
                <a:gridCol w="1296183">
                  <a:extLst>
                    <a:ext uri="{9D8B030D-6E8A-4147-A177-3AD203B41FA5}">
                      <a16:colId xmlns:a16="http://schemas.microsoft.com/office/drawing/2014/main" val="20001"/>
                    </a:ext>
                  </a:extLst>
                </a:gridCol>
                <a:gridCol w="2938069">
                  <a:extLst>
                    <a:ext uri="{9D8B030D-6E8A-4147-A177-3AD203B41FA5}">
                      <a16:colId xmlns:a16="http://schemas.microsoft.com/office/drawing/2014/main" val="20002"/>
                    </a:ext>
                  </a:extLst>
                </a:gridCol>
                <a:gridCol w="1584471">
                  <a:extLst>
                    <a:ext uri="{9D8B030D-6E8A-4147-A177-3AD203B41FA5}">
                      <a16:colId xmlns:a16="http://schemas.microsoft.com/office/drawing/2014/main" val="20003"/>
                    </a:ext>
                  </a:extLst>
                </a:gridCol>
                <a:gridCol w="1944274">
                  <a:extLst>
                    <a:ext uri="{9D8B030D-6E8A-4147-A177-3AD203B41FA5}">
                      <a16:colId xmlns:a16="http://schemas.microsoft.com/office/drawing/2014/main" val="20004"/>
                    </a:ext>
                  </a:extLst>
                </a:gridCol>
              </a:tblGrid>
              <a:tr h="687689">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30436">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 1.</a:t>
                      </a:r>
                      <a:endParaRPr lang="en-IN" sz="16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1200" b="1" dirty="0">
                          <a:effectLst/>
                          <a:latin typeface="Times New Roman" pitchFamily="18" charset="0"/>
                          <a:ea typeface="Calibri"/>
                          <a:cs typeface="Times New Roman" pitchFamily="18" charset="0"/>
                        </a:rPr>
                        <a:t> </a:t>
                      </a:r>
                      <a:r>
                        <a:rPr lang="en-US" sz="1600" b="0" dirty="0">
                          <a:effectLst/>
                          <a:latin typeface="Times New Roman" pitchFamily="18" charset="0"/>
                          <a:ea typeface="Calibri"/>
                          <a:cs typeface="Times New Roman" pitchFamily="18" charset="0"/>
                        </a:rPr>
                        <a:t>Expansion of sericulture in India using geospatial tools and web </a:t>
                      </a:r>
                      <a:endParaRPr lang="en-IN" sz="1600" b="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0" marR="0" lvl="0" indent="0" algn="just" defTabSz="914400" rtl="0" eaLnBrk="1" fontAlgn="auto" latinLnBrk="0" hangingPunct="1">
                        <a:lnSpc>
                          <a:spcPct val="150000"/>
                        </a:lnSpc>
                        <a:spcBef>
                          <a:spcPts val="0"/>
                        </a:spcBef>
                        <a:spcAft>
                          <a:spcPts val="0"/>
                        </a:spcAft>
                        <a:buClrTx/>
                        <a:buSzTx/>
                        <a:buFontTx/>
                        <a:buNone/>
                        <a:tabLst/>
                        <a:defRPr/>
                      </a:pPr>
                      <a:r>
                        <a:rPr lang="en-US" sz="1200" b="1" dirty="0">
                          <a:effectLst/>
                          <a:latin typeface="Times New Roman" pitchFamily="18" charset="0"/>
                          <a:ea typeface="Calibri"/>
                          <a:cs typeface="Times New Roman" pitchFamily="18" charset="0"/>
                        </a:rPr>
                        <a:t> </a:t>
                      </a:r>
                      <a:r>
                        <a:rPr lang="en-US" sz="1600" dirty="0">
                          <a:effectLst/>
                          <a:latin typeface="Times New Roman" pitchFamily="18" charset="0"/>
                          <a:ea typeface="Calibri"/>
                          <a:cs typeface="Times New Roman" pitchFamily="18" charset="0"/>
                        </a:rPr>
                        <a:t>The article describes a project that used geospatial tools and web technology to identify potential areas for expanding sericulture (silk production) in India. The outcomes included identifying additional areas suitable for mulberry cultivation and developing a web portal to provide information on potential areas and sericulture for these districts.</a:t>
                      </a:r>
                      <a:endParaRPr lang="en-IN" sz="160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HTML( Hyper Tech </a:t>
                      </a:r>
                      <a:r>
                        <a:rPr lang="en-US" sz="1600" dirty="0" err="1">
                          <a:effectLst/>
                          <a:latin typeface="Times New Roman" pitchFamily="18" charset="0"/>
                          <a:ea typeface="Calibri"/>
                          <a:cs typeface="Times New Roman" pitchFamily="18" charset="0"/>
                        </a:rPr>
                        <a:t>Makup</a:t>
                      </a:r>
                      <a:r>
                        <a:rPr lang="en-US" sz="1600" dirty="0">
                          <a:effectLst/>
                          <a:latin typeface="Times New Roman" pitchFamily="18" charset="0"/>
                          <a:ea typeface="Calibri"/>
                          <a:cs typeface="Times New Roman" pitchFamily="18" charset="0"/>
                        </a:rPr>
                        <a:t> Language</a:t>
                      </a:r>
                    </a:p>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CSS(</a:t>
                      </a:r>
                      <a:r>
                        <a:rPr lang="en-US" sz="1600" b="0" dirty="0">
                          <a:effectLst/>
                          <a:latin typeface="Times New Roman" pitchFamily="18" charset="0"/>
                          <a:ea typeface="Calibri"/>
                          <a:cs typeface="Times New Roman" pitchFamily="18" charset="0"/>
                        </a:rPr>
                        <a:t>C</a:t>
                      </a:r>
                      <a:r>
                        <a:rPr lang="en-IN" sz="1600" b="0" i="0" kern="1200" dirty="0" err="1">
                          <a:solidFill>
                            <a:schemeClr val="tx1"/>
                          </a:solidFill>
                          <a:effectLst/>
                          <a:latin typeface="Times New Roman" panose="02020603050405020304" pitchFamily="18" charset="0"/>
                          <a:ea typeface="+mn-ea"/>
                          <a:cs typeface="Times New Roman" panose="02020603050405020304" pitchFamily="18" charset="0"/>
                        </a:rPr>
                        <a:t>ascading</a:t>
                      </a:r>
                      <a:r>
                        <a:rPr lang="en-IN" sz="1600" b="0" i="0" kern="1200" dirty="0">
                          <a:solidFill>
                            <a:schemeClr val="tx1"/>
                          </a:solidFill>
                          <a:effectLst/>
                          <a:latin typeface="Times New Roman" panose="02020603050405020304" pitchFamily="18" charset="0"/>
                          <a:ea typeface="+mn-ea"/>
                          <a:cs typeface="Times New Roman" panose="02020603050405020304" pitchFamily="18" charset="0"/>
                        </a:rPr>
                        <a:t> Style Sheets</a:t>
                      </a:r>
                      <a:r>
                        <a:rPr lang="en-IN" sz="1600" b="0" i="0" kern="1200" dirty="0">
                          <a:solidFill>
                            <a:schemeClr val="tx1"/>
                          </a:solidFill>
                          <a:effectLst/>
                          <a:latin typeface="+mn-lt"/>
                          <a:ea typeface="+mn-ea"/>
                          <a:cs typeface="+mn-cs"/>
                        </a:rPr>
                        <a:t>.</a:t>
                      </a:r>
                      <a:endParaRPr lang="en-US" sz="1600" b="0" dirty="0">
                        <a:effectLst/>
                        <a:latin typeface="Times New Roman" pitchFamily="18" charset="0"/>
                        <a:ea typeface="Calibri"/>
                        <a:cs typeface="Times New Roman" pitchFamily="18" charset="0"/>
                      </a:endParaRPr>
                    </a:p>
                    <a:p>
                      <a:pPr marL="171450" indent="-1714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JAVASCRIPT</a:t>
                      </a:r>
                      <a:endParaRPr lang="en-IN" sz="1600" dirty="0">
                        <a:effectLst/>
                        <a:latin typeface="Times New Roman" pitchFamily="18" charset="0"/>
                        <a:ea typeface="Calibri"/>
                        <a:cs typeface="Times New Roman" pitchFamily="18" charset="0"/>
                      </a:endParaRP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UX UI Design</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Artificial intelligence</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Machine learning</a:t>
                      </a:r>
                    </a:p>
                    <a:p>
                      <a:pPr marL="342900" indent="-34290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DBMS(Database Management System)</a:t>
                      </a:r>
                    </a:p>
                    <a:p>
                      <a:pPr algn="just">
                        <a:lnSpc>
                          <a:spcPct val="150000"/>
                        </a:lnSpc>
                        <a:spcAft>
                          <a:spcPts val="0"/>
                        </a:spcAft>
                      </a:pPr>
                      <a:endParaRPr lang="en-IN" sz="1200" dirty="0">
                        <a:effectLst/>
                        <a:latin typeface="Times New Roman" pitchFamily="18" charset="0"/>
                        <a:ea typeface="Calibri"/>
                        <a:cs typeface="Times New Roman" pitchFamily="18" charset="0"/>
                      </a:endParaRPr>
                    </a:p>
                  </a:txBody>
                  <a:tcPr marL="68590" marR="68590"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9240" name="Rectangle 2">
            <a:extLst>
              <a:ext uri="{FF2B5EF4-FFF2-40B4-BE49-F238E27FC236}">
                <a16:creationId xmlns:a16="http://schemas.microsoft.com/office/drawing/2014/main" id="{118BBBDE-3A89-2344-3A0B-FC504BF494B3}"/>
              </a:ext>
            </a:extLst>
          </p:cNvPr>
          <p:cNvSpPr>
            <a:spLocks noChangeArrowheads="1"/>
          </p:cNvSpPr>
          <p:nvPr/>
        </p:nvSpPr>
        <p:spPr bwMode="auto">
          <a:xfrm>
            <a:off x="2498725" y="901700"/>
            <a:ext cx="3097213"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lgn="ctr" eaLnBrk="1" hangingPunct="1">
              <a:spcBef>
                <a:spcPct val="0"/>
              </a:spcBef>
              <a:buFontTx/>
              <a:buNone/>
            </a:pPr>
            <a:r>
              <a:rPr lang="en-US" altLang="en-US" sz="2000" b="1">
                <a:latin typeface="Times New Roman" panose="02020603050405020304" pitchFamily="18" charset="0"/>
                <a:ea typeface="Calibri" panose="020F0502020204030204" pitchFamily="34" charset="0"/>
                <a:cs typeface="Times New Roman" panose="02020603050405020304" pitchFamily="18" charset="0"/>
              </a:rPr>
              <a:t>Table 1: Literature Survey</a:t>
            </a:r>
            <a:endParaRPr lang="en-US" altLang="en-US" sz="1100" b="1">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2" name="Picture 2" descr="D:\GITAM-GST-CSE\2024-25\Capstone-Project\GITAM-newlogo.jpeg">
            <a:extLst>
              <a:ext uri="{FF2B5EF4-FFF2-40B4-BE49-F238E27FC236}">
                <a16:creationId xmlns:a16="http://schemas.microsoft.com/office/drawing/2014/main" id="{8FB39DBB-E476-3977-1A92-307F24E9F00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3" name="Rectangle 3">
            <a:extLst>
              <a:ext uri="{FF2B5EF4-FFF2-40B4-BE49-F238E27FC236}">
                <a16:creationId xmlns:a16="http://schemas.microsoft.com/office/drawing/2014/main" id="{BE262B49-2137-7B30-9D07-5EBEA1F59883}"/>
              </a:ext>
            </a:extLst>
          </p:cNvPr>
          <p:cNvSpPr>
            <a:spLocks noChangeArrowheads="1"/>
          </p:cNvSpPr>
          <p:nvPr/>
        </p:nvSpPr>
        <p:spPr bwMode="auto">
          <a:xfrm>
            <a:off x="1979613" y="115888"/>
            <a:ext cx="4157662"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Survey…contd</a:t>
            </a:r>
          </a:p>
        </p:txBody>
      </p:sp>
      <p:graphicFrame>
        <p:nvGraphicFramePr>
          <p:cNvPr id="4" name="Table 3">
            <a:extLst>
              <a:ext uri="{FF2B5EF4-FFF2-40B4-BE49-F238E27FC236}">
                <a16:creationId xmlns:a16="http://schemas.microsoft.com/office/drawing/2014/main" id="{2BD17343-2F6F-1FE0-F484-F5513A8EB769}"/>
              </a:ext>
            </a:extLst>
          </p:cNvPr>
          <p:cNvGraphicFramePr>
            <a:graphicFrameLocks noGrp="1"/>
          </p:cNvGraphicFramePr>
          <p:nvPr/>
        </p:nvGraphicFramePr>
        <p:xfrm>
          <a:off x="611188" y="1160463"/>
          <a:ext cx="7705725" cy="5684837"/>
        </p:xfrm>
        <a:graphic>
          <a:graphicData uri="http://schemas.openxmlformats.org/drawingml/2006/table">
            <a:tbl>
              <a:tblPr firstRow="1" firstCol="1" bandRow="1"/>
              <a:tblGrid>
                <a:gridCol w="396478">
                  <a:extLst>
                    <a:ext uri="{9D8B030D-6E8A-4147-A177-3AD203B41FA5}">
                      <a16:colId xmlns:a16="http://schemas.microsoft.com/office/drawing/2014/main" val="20000"/>
                    </a:ext>
                  </a:extLst>
                </a:gridCol>
                <a:gridCol w="1512168">
                  <a:extLst>
                    <a:ext uri="{9D8B030D-6E8A-4147-A177-3AD203B41FA5}">
                      <a16:colId xmlns:a16="http://schemas.microsoft.com/office/drawing/2014/main" val="20001"/>
                    </a:ext>
                  </a:extLst>
                </a:gridCol>
                <a:gridCol w="2736304">
                  <a:extLst>
                    <a:ext uri="{9D8B030D-6E8A-4147-A177-3AD203B41FA5}">
                      <a16:colId xmlns:a16="http://schemas.microsoft.com/office/drawing/2014/main" val="20002"/>
                    </a:ext>
                  </a:extLst>
                </a:gridCol>
                <a:gridCol w="1368153">
                  <a:extLst>
                    <a:ext uri="{9D8B030D-6E8A-4147-A177-3AD203B41FA5}">
                      <a16:colId xmlns:a16="http://schemas.microsoft.com/office/drawing/2014/main" val="20003"/>
                    </a:ext>
                  </a:extLst>
                </a:gridCol>
                <a:gridCol w="1692622">
                  <a:extLst>
                    <a:ext uri="{9D8B030D-6E8A-4147-A177-3AD203B41FA5}">
                      <a16:colId xmlns:a16="http://schemas.microsoft.com/office/drawing/2014/main" val="20004"/>
                    </a:ext>
                  </a:extLst>
                </a:gridCol>
              </a:tblGrid>
              <a:tr h="1053618">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631219">
                <a:tc>
                  <a:txBody>
                    <a:bodyPr/>
                    <a:lstStyle/>
                    <a:p>
                      <a:pPr algn="just">
                        <a:lnSpc>
                          <a:spcPct val="150000"/>
                        </a:lnSpc>
                        <a:spcAft>
                          <a:spcPts val="0"/>
                        </a:spcAft>
                      </a:pPr>
                      <a:r>
                        <a:rPr lang="en-US" sz="2000" b="0" dirty="0">
                          <a:effectLst/>
                          <a:latin typeface="Times New Roman" pitchFamily="18" charset="0"/>
                          <a:ea typeface="Calibri"/>
                          <a:cs typeface="Times New Roman" pitchFamily="18" charset="0"/>
                        </a:rPr>
                        <a:t> 2.</a:t>
                      </a:r>
                      <a:endParaRPr lang="en-IN" sz="2000" b="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A comprehensive view of the web-resources related to sericulture</a:t>
                      </a:r>
                      <a:endParaRPr lang="en-IN" sz="16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The survey uses sequencing technologies, bioinformatics tools, and online databases to study silkworms and related organisms in sericulture. Citation analysis evaluates the impact of these resources on research. Additionally, a web portal, "</a:t>
                      </a:r>
                      <a:r>
                        <a:rPr lang="en-US" sz="1600" dirty="0" err="1">
                          <a:latin typeface="Times New Roman" panose="02020603050405020304" pitchFamily="18" charset="0"/>
                          <a:cs typeface="Times New Roman" panose="02020603050405020304" pitchFamily="18" charset="0"/>
                        </a:rPr>
                        <a:t>SeriPort</a:t>
                      </a:r>
                      <a:r>
                        <a:rPr lang="en-US" sz="1600" dirty="0">
                          <a:latin typeface="Times New Roman" panose="02020603050405020304" pitchFamily="18" charset="0"/>
                          <a:cs typeface="Times New Roman" panose="02020603050405020304" pitchFamily="18" charset="0"/>
                        </a:rPr>
                        <a:t>," was developed to index these databases for easier access.</a:t>
                      </a:r>
                      <a:endParaRPr lang="en-IN" sz="16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Sequencing</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Data Analysis</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Machine learning</a:t>
                      </a:r>
                    </a:p>
                    <a:p>
                      <a:pPr marL="285750" indent="-285750" algn="just">
                        <a:lnSpc>
                          <a:spcPct val="150000"/>
                        </a:lnSpc>
                        <a:spcAft>
                          <a:spcPts val="0"/>
                        </a:spcAft>
                        <a:buFont typeface="Arial" panose="020B0604020202020204" pitchFamily="34" charset="0"/>
                        <a:buChar char="•"/>
                      </a:pPr>
                      <a:r>
                        <a:rPr lang="en-US" sz="1600" dirty="0">
                          <a:effectLst/>
                          <a:latin typeface="Times New Roman" pitchFamily="18" charset="0"/>
                          <a:ea typeface="Calibri"/>
                          <a:cs typeface="Times New Roman" pitchFamily="18" charset="0"/>
                        </a:rPr>
                        <a:t>Phylogenetic analysis</a:t>
                      </a: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Integration of Databases</a:t>
                      </a:r>
                    </a:p>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Real-time Data Analysis Tools</a:t>
                      </a:r>
                    </a:p>
                    <a:p>
                      <a:pPr marL="285750" indent="-285750" algn="just">
                        <a:lnSpc>
                          <a:spcPct val="150000"/>
                        </a:lnSpc>
                        <a:spcAft>
                          <a:spcPts val="0"/>
                        </a:spcAft>
                        <a:buFont typeface="Arial" panose="020B0604020202020204" pitchFamily="34" charset="0"/>
                        <a:buChar char="•"/>
                      </a:pPr>
                      <a:r>
                        <a:rPr lang="en-IN" sz="1600" dirty="0"/>
                        <a:t>Data Science Tools like Data Visualization, </a:t>
                      </a:r>
                      <a:r>
                        <a:rPr lang="en-US" sz="1600" dirty="0"/>
                        <a:t>Data Processing and Analysis Tools</a:t>
                      </a:r>
                    </a:p>
                    <a:p>
                      <a:pPr marL="285750" indent="-285750" algn="just">
                        <a:lnSpc>
                          <a:spcPct val="150000"/>
                        </a:lnSpc>
                        <a:spcAft>
                          <a:spcPts val="0"/>
                        </a:spcAft>
                        <a:buFont typeface="Arial" panose="020B0604020202020204" pitchFamily="34" charset="0"/>
                        <a:buChar char="•"/>
                      </a:pPr>
                      <a:endParaRPr lang="en-IN" sz="1600" b="0" dirty="0">
                        <a:latin typeface="Times New Roman" panose="02020603050405020304" pitchFamily="18" charset="0"/>
                        <a:cs typeface="Times New Roman" panose="02020603050405020304" pitchFamily="18" charset="0"/>
                      </a:endParaRPr>
                    </a:p>
                    <a:p>
                      <a:pPr marL="171450" indent="-171450" algn="just">
                        <a:lnSpc>
                          <a:spcPct val="150000"/>
                        </a:lnSpc>
                        <a:spcAft>
                          <a:spcPts val="0"/>
                        </a:spcAft>
                        <a:buFont typeface="Arial" panose="020B0604020202020204" pitchFamily="34" charset="0"/>
                        <a:buChar char="•"/>
                      </a:pPr>
                      <a:endParaRPr lang="en-IN" sz="1200" dirty="0">
                        <a:effectLst/>
                        <a:latin typeface="Times New Roman" pitchFamily="18" charset="0"/>
                        <a:ea typeface="Calibri"/>
                        <a:cs typeface="Times New Roman" pitchFamily="18" charset="0"/>
                      </a:endParaRPr>
                    </a:p>
                  </a:txBody>
                  <a:tcPr marL="68588" marR="68588"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sp>
        <p:nvSpPr>
          <p:cNvPr id="5" name="TextBox 4">
            <a:extLst>
              <a:ext uri="{FF2B5EF4-FFF2-40B4-BE49-F238E27FC236}">
                <a16:creationId xmlns:a16="http://schemas.microsoft.com/office/drawing/2014/main" id="{A8CB2EDA-7D5A-3827-726B-75F8DC6E5154}"/>
              </a:ext>
            </a:extLst>
          </p:cNvPr>
          <p:cNvSpPr txBox="1"/>
          <p:nvPr/>
        </p:nvSpPr>
        <p:spPr>
          <a:xfrm>
            <a:off x="1979613" y="638175"/>
            <a:ext cx="4572000" cy="369888"/>
          </a:xfrm>
          <a:prstGeom prst="rect">
            <a:avLst/>
          </a:prstGeom>
          <a:noFill/>
        </p:spPr>
        <p:txBody>
          <a:bodyPr>
            <a:spAutoFit/>
          </a:bodyPr>
          <a:lstStyle/>
          <a:p>
            <a:pPr algn="ctr" eaLnBrk="1" hangingPunct="1">
              <a:defRPr/>
            </a:pPr>
            <a:r>
              <a:rPr lang="en-US" altLang="en-US" b="1" dirty="0">
                <a:latin typeface="Times New Roman" panose="02020603050405020304" pitchFamily="18" charset="0"/>
                <a:ea typeface="Calibri" panose="020F0502020204030204" pitchFamily="34" charset="0"/>
                <a:cs typeface="Times New Roman" panose="02020603050405020304" pitchFamily="18" charset="0"/>
              </a:rPr>
              <a:t>Table 2: Literature Survey </a:t>
            </a:r>
            <a:endParaRPr lang="en-US" altLang="en-US" sz="1050" b="1" dirty="0">
              <a:latin typeface="Times New Roman" panose="02020603050405020304" pitchFamily="18" charset="0"/>
              <a:ea typeface="Calibri" panose="020F0502020204030204" pitchFamily="34" charset="0"/>
              <a:cs typeface="Times New Roman" panose="02020603050405020304" pitchFamily="18" charset="0"/>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266" name="Slide Number Placeholder 3">
            <a:extLst>
              <a:ext uri="{FF2B5EF4-FFF2-40B4-BE49-F238E27FC236}">
                <a16:creationId xmlns:a16="http://schemas.microsoft.com/office/drawing/2014/main" id="{FCFAE0ED-D170-B19C-0C79-C351FFEDBC1C}"/>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761957D-E9F7-47F3-BE53-C9399AB4B048}" type="slidenum">
              <a:rPr lang="en-IN" altLang="en-US" sz="1200" smtClean="0">
                <a:solidFill>
                  <a:srgbClr val="898989"/>
                </a:solidFill>
              </a:rPr>
              <a:pPr>
                <a:spcBef>
                  <a:spcPct val="0"/>
                </a:spcBef>
                <a:buFontTx/>
                <a:buNone/>
              </a:pPr>
              <a:t>9</a:t>
            </a:fld>
            <a:endParaRPr lang="en-IN" altLang="en-US" sz="1200">
              <a:solidFill>
                <a:srgbClr val="898989"/>
              </a:solidFill>
            </a:endParaRPr>
          </a:p>
        </p:txBody>
      </p:sp>
      <p:graphicFrame>
        <p:nvGraphicFramePr>
          <p:cNvPr id="11" name="Table 10">
            <a:extLst>
              <a:ext uri="{FF2B5EF4-FFF2-40B4-BE49-F238E27FC236}">
                <a16:creationId xmlns:a16="http://schemas.microsoft.com/office/drawing/2014/main" id="{2DE416A6-04B9-7287-F645-7ED4D90B1883}"/>
              </a:ext>
            </a:extLst>
          </p:cNvPr>
          <p:cNvGraphicFramePr>
            <a:graphicFrameLocks noGrp="1"/>
          </p:cNvGraphicFramePr>
          <p:nvPr/>
        </p:nvGraphicFramePr>
        <p:xfrm>
          <a:off x="323850" y="1417638"/>
          <a:ext cx="8112125" cy="5318125"/>
        </p:xfrm>
        <a:graphic>
          <a:graphicData uri="http://schemas.openxmlformats.org/drawingml/2006/table">
            <a:tbl>
              <a:tblPr firstRow="1" firstCol="1" bandRow="1"/>
              <a:tblGrid>
                <a:gridCol w="504508">
                  <a:extLst>
                    <a:ext uri="{9D8B030D-6E8A-4147-A177-3AD203B41FA5}">
                      <a16:colId xmlns:a16="http://schemas.microsoft.com/office/drawing/2014/main" val="20000"/>
                    </a:ext>
                  </a:extLst>
                </a:gridCol>
                <a:gridCol w="1512409">
                  <a:extLst>
                    <a:ext uri="{9D8B030D-6E8A-4147-A177-3AD203B41FA5}">
                      <a16:colId xmlns:a16="http://schemas.microsoft.com/office/drawing/2014/main" val="20001"/>
                    </a:ext>
                  </a:extLst>
                </a:gridCol>
                <a:gridCol w="2520681">
                  <a:extLst>
                    <a:ext uri="{9D8B030D-6E8A-4147-A177-3AD203B41FA5}">
                      <a16:colId xmlns:a16="http://schemas.microsoft.com/office/drawing/2014/main" val="20002"/>
                    </a:ext>
                  </a:extLst>
                </a:gridCol>
                <a:gridCol w="1566839">
                  <a:extLst>
                    <a:ext uri="{9D8B030D-6E8A-4147-A177-3AD203B41FA5}">
                      <a16:colId xmlns:a16="http://schemas.microsoft.com/office/drawing/2014/main" val="20003"/>
                    </a:ext>
                  </a:extLst>
                </a:gridCol>
                <a:gridCol w="2007688">
                  <a:extLst>
                    <a:ext uri="{9D8B030D-6E8A-4147-A177-3AD203B41FA5}">
                      <a16:colId xmlns:a16="http://schemas.microsoft.com/office/drawing/2014/main" val="20004"/>
                    </a:ext>
                  </a:extLst>
                </a:gridCol>
              </a:tblGrid>
              <a:tr h="1053440">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S. No.</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Paper Details</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Summary</a:t>
                      </a: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b="1" dirty="0">
                          <a:effectLst/>
                          <a:latin typeface="Times New Roman" pitchFamily="18" charset="0"/>
                          <a:ea typeface="Calibri"/>
                          <a:cs typeface="Times New Roman" pitchFamily="18" charset="0"/>
                        </a:rPr>
                        <a:t>Techniques/Algorithms</a:t>
                      </a:r>
                      <a:r>
                        <a:rPr lang="en-US" sz="1600" b="1" baseline="0" dirty="0">
                          <a:effectLst/>
                          <a:latin typeface="Times New Roman" pitchFamily="18" charset="0"/>
                          <a:ea typeface="Calibri"/>
                          <a:cs typeface="Times New Roman" pitchFamily="18" charset="0"/>
                        </a:rPr>
                        <a:t> Used</a:t>
                      </a:r>
                      <a:endParaRPr lang="en-IN" sz="1600" b="1"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IN" sz="1600" b="1" dirty="0">
                          <a:effectLst/>
                          <a:latin typeface="Times New Roman" pitchFamily="18" charset="0"/>
                          <a:ea typeface="Calibri"/>
                          <a:cs typeface="Times New Roman" pitchFamily="18" charset="0"/>
                        </a:rPr>
                        <a:t>Research Gap</a:t>
                      </a: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0"/>
                  </a:ext>
                </a:extLst>
              </a:tr>
              <a:tr h="4264685">
                <a:tc>
                  <a:txBody>
                    <a:bodyPr/>
                    <a:lstStyle/>
                    <a:p>
                      <a:pPr algn="just">
                        <a:lnSpc>
                          <a:spcPct val="150000"/>
                        </a:lnSpc>
                        <a:spcAft>
                          <a:spcPts val="0"/>
                        </a:spcAft>
                      </a:pPr>
                      <a:r>
                        <a:rPr lang="en-US" sz="2000" b="0" dirty="0">
                          <a:effectLst/>
                          <a:latin typeface="Times New Roman" pitchFamily="18" charset="0"/>
                          <a:ea typeface="Calibri"/>
                          <a:cs typeface="Times New Roman" pitchFamily="18" charset="0"/>
                        </a:rPr>
                        <a:t> 3.</a:t>
                      </a:r>
                      <a:endParaRPr lang="en-IN" sz="2000" b="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Mapping of potential areas for sericulture development and information dissemination through silks </a:t>
                      </a:r>
                      <a:r>
                        <a:rPr lang="en-US" sz="1600" dirty="0" err="1">
                          <a:latin typeface="Times New Roman" panose="02020603050405020304" pitchFamily="18" charset="0"/>
                          <a:cs typeface="Times New Roman" panose="02020603050405020304" pitchFamily="18" charset="0"/>
                        </a:rPr>
                        <a:t>webportal</a:t>
                      </a:r>
                      <a:endParaRPr lang="en-IN" sz="1600" dirty="0">
                        <a:latin typeface="Times New Roman" panose="02020603050405020304" pitchFamily="18" charset="0"/>
                        <a:cs typeface="Times New Roman" panose="02020603050405020304"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algn="just">
                        <a:lnSpc>
                          <a:spcPct val="150000"/>
                        </a:lnSpc>
                        <a:spcAft>
                          <a:spcPts val="0"/>
                        </a:spcAft>
                      </a:pPr>
                      <a:r>
                        <a:rPr lang="en-US" sz="1600" dirty="0">
                          <a:latin typeface="Times New Roman" panose="02020603050405020304" pitchFamily="18" charset="0"/>
                          <a:cs typeface="Times New Roman" panose="02020603050405020304" pitchFamily="18" charset="0"/>
                        </a:rPr>
                        <a:t>The paper utilizes geospatial technologies like Remote Sensing (RS) and GIS to map potential areas for expanding sericulture in India. It assesses land suitability based on soil, water, and landscape characteristics. The study also introduces the SILKS geoportal</a:t>
                      </a:r>
                      <a:endParaRPr lang="en-IN" sz="16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Remote Sensing (RS)</a:t>
                      </a:r>
                    </a:p>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Geographical Information System</a:t>
                      </a:r>
                    </a:p>
                    <a:p>
                      <a:pPr marL="285750" indent="-285750" algn="just">
                        <a:lnSpc>
                          <a:spcPct val="150000"/>
                        </a:lnSpc>
                        <a:spcAft>
                          <a:spcPts val="0"/>
                        </a:spcAft>
                        <a:buFont typeface="Arial" panose="020B0604020202020204" pitchFamily="34" charset="0"/>
                        <a:buChar char="•"/>
                      </a:pPr>
                      <a:r>
                        <a:rPr lang="en-US" sz="1600" dirty="0">
                          <a:latin typeface="Times New Roman" panose="02020603050405020304" pitchFamily="18" charset="0"/>
                          <a:cs typeface="Times New Roman" panose="02020603050405020304" pitchFamily="18" charset="0"/>
                        </a:rPr>
                        <a:t>Universal Soil Loss Equation (USLE)</a:t>
                      </a:r>
                      <a:endParaRPr lang="en-US" sz="16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tc>
                  <a:txBody>
                    <a:bodyPr/>
                    <a:lstStyle/>
                    <a:p>
                      <a:pPr marL="285750" indent="-285750" algn="just">
                        <a:lnSpc>
                          <a:spcPct val="150000"/>
                        </a:lnSpc>
                        <a:spcAft>
                          <a:spcPts val="0"/>
                        </a:spcAft>
                        <a:buFont typeface="Arial" panose="020B0604020202020204" pitchFamily="34" charset="0"/>
                        <a:buChar char="•"/>
                      </a:pPr>
                      <a:r>
                        <a:rPr lang="en-IN" sz="1600" dirty="0">
                          <a:latin typeface="Times New Roman" panose="02020603050405020304" pitchFamily="18" charset="0"/>
                          <a:cs typeface="Times New Roman" panose="02020603050405020304" pitchFamily="18" charset="0"/>
                        </a:rPr>
                        <a:t>Limited Integration of Databases</a:t>
                      </a:r>
                    </a:p>
                    <a:p>
                      <a:pPr marL="285750" indent="-285750" algn="just">
                        <a:lnSpc>
                          <a:spcPct val="150000"/>
                        </a:lnSpc>
                        <a:spcAft>
                          <a:spcPts val="0"/>
                        </a:spcAft>
                        <a:buFont typeface="Arial" panose="020B0604020202020204" pitchFamily="34" charset="0"/>
                        <a:buChar char="•"/>
                      </a:pPr>
                      <a:r>
                        <a:rPr lang="en-IN" sz="1600" dirty="0">
                          <a:effectLst/>
                          <a:latin typeface="Times New Roman" pitchFamily="18" charset="0"/>
                          <a:ea typeface="Calibri"/>
                          <a:cs typeface="Times New Roman" pitchFamily="18" charset="0"/>
                        </a:rPr>
                        <a:t>L</a:t>
                      </a:r>
                      <a:r>
                        <a:rPr lang="en-IN" sz="1600" dirty="0">
                          <a:latin typeface="Times New Roman" panose="02020603050405020304" pitchFamily="18" charset="0"/>
                          <a:cs typeface="Times New Roman" panose="02020603050405020304" pitchFamily="18" charset="0"/>
                        </a:rPr>
                        <a:t>ack of Global Accessibility</a:t>
                      </a:r>
                    </a:p>
                    <a:p>
                      <a:pPr marL="285750" indent="-285750" algn="just">
                        <a:lnSpc>
                          <a:spcPct val="150000"/>
                        </a:lnSpc>
                        <a:spcAft>
                          <a:spcPts val="0"/>
                        </a:spcAft>
                        <a:buFont typeface="Arial" panose="020B0604020202020204" pitchFamily="34" charset="0"/>
                        <a:buChar char="•"/>
                      </a:pPr>
                      <a:r>
                        <a:rPr lang="en-IN" sz="1600" b="0" dirty="0">
                          <a:latin typeface="Times New Roman" panose="02020603050405020304" pitchFamily="18" charset="0"/>
                          <a:cs typeface="Times New Roman" panose="02020603050405020304" pitchFamily="18" charset="0"/>
                        </a:rPr>
                        <a:t>Real-time Data Analysis Tools</a:t>
                      </a:r>
                      <a:endParaRPr lang="en-IN" sz="1600" dirty="0"/>
                    </a:p>
                    <a:p>
                      <a:pPr marL="285750" indent="-285750" algn="just">
                        <a:lnSpc>
                          <a:spcPct val="150000"/>
                        </a:lnSpc>
                        <a:spcAft>
                          <a:spcPts val="0"/>
                        </a:spcAft>
                        <a:buFont typeface="Arial" panose="020B0604020202020204" pitchFamily="34" charset="0"/>
                        <a:buChar char="•"/>
                      </a:pPr>
                      <a:r>
                        <a:rPr lang="en-IN" sz="1600" dirty="0"/>
                        <a:t>FAO Limitation Criteria</a:t>
                      </a:r>
                      <a:endParaRPr lang="en-IN" sz="1600" b="0" dirty="0">
                        <a:latin typeface="Times New Roman" panose="02020603050405020304" pitchFamily="18" charset="0"/>
                        <a:cs typeface="Times New Roman" panose="02020603050405020304" pitchFamily="18" charset="0"/>
                      </a:endParaRPr>
                    </a:p>
                    <a:p>
                      <a:pPr marL="171450" indent="-171450" algn="just">
                        <a:lnSpc>
                          <a:spcPct val="150000"/>
                        </a:lnSpc>
                        <a:spcAft>
                          <a:spcPts val="0"/>
                        </a:spcAft>
                        <a:buFont typeface="Arial" panose="020B0604020202020204" pitchFamily="34" charset="0"/>
                        <a:buChar char="•"/>
                      </a:pPr>
                      <a:endParaRPr lang="en-IN" sz="1200" dirty="0">
                        <a:effectLst/>
                        <a:latin typeface="Times New Roman" pitchFamily="18" charset="0"/>
                        <a:ea typeface="Calibri"/>
                        <a:cs typeface="Times New Roman" pitchFamily="18" charset="0"/>
                      </a:endParaRPr>
                    </a:p>
                  </a:txBody>
                  <a:tcPr marL="68599" marR="68599" marT="0" marB="0">
                    <a:lnL w="12700" cap="flat" cmpd="sng" algn="ctr">
                      <a:solidFill>
                        <a:srgbClr val="000000"/>
                      </a:solidFill>
                      <a:prstDash val="solid"/>
                      <a:round/>
                      <a:headEnd type="none" w="med" len="med"/>
                      <a:tailEnd type="none" w="med" len="med"/>
                    </a:lnL>
                    <a:lnR w="12700" cap="flat" cmpd="sng" algn="ctr">
                      <a:solidFill>
                        <a:srgbClr val="000000"/>
                      </a:solidFill>
                      <a:prstDash val="solid"/>
                      <a:round/>
                      <a:headEnd type="none" w="med" len="med"/>
                      <a:tailEnd type="none" w="med" len="med"/>
                    </a:lnR>
                    <a:lnT w="12700" cap="flat" cmpd="sng" algn="ctr">
                      <a:solidFill>
                        <a:srgbClr val="000000"/>
                      </a:solidFill>
                      <a:prstDash val="solid"/>
                      <a:round/>
                      <a:headEnd type="none" w="med" len="med"/>
                      <a:tailEnd type="none" w="med" len="med"/>
                    </a:lnT>
                    <a:lnB w="12700" cap="flat" cmpd="sng" algn="ctr">
                      <a:solidFill>
                        <a:srgbClr val="000000"/>
                      </a:solidFill>
                      <a:prstDash val="solid"/>
                      <a:round/>
                      <a:headEnd type="none" w="med" len="med"/>
                      <a:tailEnd type="none" w="med" len="med"/>
                    </a:lnB>
                  </a:tcPr>
                </a:tc>
                <a:extLst>
                  <a:ext uri="{0D108BD9-81ED-4DB2-BD59-A6C34878D82A}">
                    <a16:rowId xmlns:a16="http://schemas.microsoft.com/office/drawing/2014/main" val="10001"/>
                  </a:ext>
                </a:extLst>
              </a:tr>
            </a:tbl>
          </a:graphicData>
        </a:graphic>
      </p:graphicFrame>
      <p:pic>
        <p:nvPicPr>
          <p:cNvPr id="11287" name="Picture 2" descr="D:\GITAM-GST-CSE\2024-25\Capstone-Project\GITAM-newlogo.jpeg">
            <a:extLst>
              <a:ext uri="{FF2B5EF4-FFF2-40B4-BE49-F238E27FC236}">
                <a16:creationId xmlns:a16="http://schemas.microsoft.com/office/drawing/2014/main" id="{AC2D0882-E4D1-8506-C865-C4BBBD9351B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1288" name="TextBox 8">
            <a:extLst>
              <a:ext uri="{FF2B5EF4-FFF2-40B4-BE49-F238E27FC236}">
                <a16:creationId xmlns:a16="http://schemas.microsoft.com/office/drawing/2014/main" id="{B3E8BED2-AB0B-9459-CDCB-916583713FE4}"/>
              </a:ext>
            </a:extLst>
          </p:cNvPr>
          <p:cNvSpPr txBox="1">
            <a:spLocks noChangeArrowheads="1"/>
          </p:cNvSpPr>
          <p:nvPr/>
        </p:nvSpPr>
        <p:spPr bwMode="auto">
          <a:xfrm>
            <a:off x="2093913" y="342900"/>
            <a:ext cx="4572000"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IN" altLang="en-US" sz="2800" b="1">
                <a:latin typeface="Times New Roman" panose="02020603050405020304" pitchFamily="18" charset="0"/>
                <a:cs typeface="Times New Roman" panose="02020603050405020304" pitchFamily="18" charset="0"/>
              </a:rPr>
              <a:t>Literature Survey…contd</a:t>
            </a:r>
          </a:p>
        </p:txBody>
      </p:sp>
      <p:sp>
        <p:nvSpPr>
          <p:cNvPr id="14" name="TextBox 13">
            <a:extLst>
              <a:ext uri="{FF2B5EF4-FFF2-40B4-BE49-F238E27FC236}">
                <a16:creationId xmlns:a16="http://schemas.microsoft.com/office/drawing/2014/main" id="{D8C68A71-6FC2-3E21-3000-FE762AB5C726}"/>
              </a:ext>
            </a:extLst>
          </p:cNvPr>
          <p:cNvSpPr txBox="1"/>
          <p:nvPr/>
        </p:nvSpPr>
        <p:spPr>
          <a:xfrm>
            <a:off x="2370138" y="819150"/>
            <a:ext cx="4572000" cy="646113"/>
          </a:xfrm>
          <a:prstGeom prst="rect">
            <a:avLst/>
          </a:prstGeom>
          <a:noFill/>
        </p:spPr>
        <p:txBody>
          <a:bodyPr>
            <a:spAutoFit/>
          </a:bodyPr>
          <a:lstStyle/>
          <a:p>
            <a:pPr eaLnBrk="1" hangingPunct="1">
              <a:defRPr/>
            </a:pPr>
            <a:r>
              <a:rPr lang="en-US" altLang="en-US" b="1" dirty="0">
                <a:latin typeface="Times New Roman" panose="02020603050405020304" pitchFamily="18" charset="0"/>
                <a:ea typeface="Calibri" panose="020F0502020204030204" pitchFamily="34" charset="0"/>
                <a:cs typeface="Times New Roman" panose="02020603050405020304" pitchFamily="18" charset="0"/>
              </a:rPr>
              <a:t>Table 3: Literature Survey </a:t>
            </a:r>
            <a:endParaRPr lang="en-US" altLang="en-US" sz="1050" b="1" dirty="0">
              <a:latin typeface="Times New Roman" panose="02020603050405020304" pitchFamily="18" charset="0"/>
              <a:ea typeface="Calibri" panose="020F0502020204030204" pitchFamily="34" charset="0"/>
              <a:cs typeface="Times New Roman" panose="02020603050405020304" pitchFamily="18" charset="0"/>
            </a:endParaRPr>
          </a:p>
          <a:p>
            <a:pPr eaLnBrk="1" hangingPunct="1">
              <a:defRPr/>
            </a:pPr>
            <a:endParaRPr lang="en-IN" altLang="en-US" b="1" dirty="0">
              <a:latin typeface="Times New Roman" panose="02020603050405020304" pitchFamily="18" charset="0"/>
              <a:cs typeface="Times New Roman" panose="02020603050405020304" pitchFamily="18" charset="0"/>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290" name="Title 1">
            <a:extLst>
              <a:ext uri="{FF2B5EF4-FFF2-40B4-BE49-F238E27FC236}">
                <a16:creationId xmlns:a16="http://schemas.microsoft.com/office/drawing/2014/main" id="{D1D16064-62E3-1129-8F89-3D9AD99E9FE0}"/>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Problem Statement</a:t>
            </a:r>
          </a:p>
        </p:txBody>
      </p:sp>
      <p:sp>
        <p:nvSpPr>
          <p:cNvPr id="12291" name="Slide Number Placeholder 3">
            <a:extLst>
              <a:ext uri="{FF2B5EF4-FFF2-40B4-BE49-F238E27FC236}">
                <a16:creationId xmlns:a16="http://schemas.microsoft.com/office/drawing/2014/main" id="{6415AD03-EFE5-262F-2744-6CA4EE0E5D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3EF63FE-1301-4EC9-8943-817412E5633A}" type="slidenum">
              <a:rPr lang="en-IN" altLang="en-US" sz="1200" smtClean="0">
                <a:solidFill>
                  <a:srgbClr val="898989"/>
                </a:solidFill>
              </a:rPr>
              <a:pPr>
                <a:spcBef>
                  <a:spcPct val="0"/>
                </a:spcBef>
                <a:buFontTx/>
                <a:buNone/>
              </a:pPr>
              <a:t>10</a:t>
            </a:fld>
            <a:endParaRPr lang="en-IN" altLang="en-US" sz="1200">
              <a:solidFill>
                <a:srgbClr val="898989"/>
              </a:solidFill>
            </a:endParaRPr>
          </a:p>
        </p:txBody>
      </p:sp>
      <p:pic>
        <p:nvPicPr>
          <p:cNvPr id="12292" name="Picture 2" descr="D:\GITAM-GST-CSE\2024-25\Capstone-Project\GITAM-newlogo.jpeg">
            <a:extLst>
              <a:ext uri="{FF2B5EF4-FFF2-40B4-BE49-F238E27FC236}">
                <a16:creationId xmlns:a16="http://schemas.microsoft.com/office/drawing/2014/main" id="{55CFC567-2A9A-568D-336D-4E091F7A2C2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6">
            <a:extLst>
              <a:ext uri="{FF2B5EF4-FFF2-40B4-BE49-F238E27FC236}">
                <a16:creationId xmlns:a16="http://schemas.microsoft.com/office/drawing/2014/main" id="{A73B4A60-EA6E-9048-AF59-50324A9C551B}"/>
              </a:ext>
            </a:extLst>
          </p:cNvPr>
          <p:cNvSpPr>
            <a:spLocks noChangeArrowheads="1"/>
          </p:cNvSpPr>
          <p:nvPr/>
        </p:nvSpPr>
        <p:spPr bwMode="auto">
          <a:xfrm>
            <a:off x="684213" y="1582738"/>
            <a:ext cx="7559675" cy="1631950"/>
          </a:xfrm>
          <a:prstGeom prst="rect">
            <a:avLst/>
          </a:prstGeom>
          <a:noFill/>
          <a:ln>
            <a:noFill/>
          </a:ln>
          <a:effectLst/>
        </p:spPr>
        <p:txBody>
          <a:bodyPr anchor="ctr">
            <a:spAutoFit/>
          </a:bodyPr>
          <a:lstStyle/>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Silk farmers face some challenges to get timely and accurate information about proper silk farming practices. This lack of knowledge can cause inefficiencies, lower production, and reduced income.</a:t>
            </a:r>
          </a:p>
          <a:p>
            <a:pPr>
              <a:defRPr/>
            </a:pPr>
            <a:endParaRPr lang="en-US" altLang="en-US" sz="2000" dirty="0">
              <a:latin typeface="Times New Roman" panose="02020603050405020304" pitchFamily="18" charset="0"/>
              <a:cs typeface="Times New Roman" panose="02020603050405020304" pitchFamily="18" charset="0"/>
            </a:endParaRPr>
          </a:p>
        </p:txBody>
      </p:sp>
      <p:sp>
        <p:nvSpPr>
          <p:cNvPr id="4" name="Rectangle 7">
            <a:extLst>
              <a:ext uri="{FF2B5EF4-FFF2-40B4-BE49-F238E27FC236}">
                <a16:creationId xmlns:a16="http://schemas.microsoft.com/office/drawing/2014/main" id="{33DFCC2C-7052-A802-96CD-810B7F0AFDE6}"/>
              </a:ext>
            </a:extLst>
          </p:cNvPr>
          <p:cNvSpPr>
            <a:spLocks noChangeArrowheads="1"/>
          </p:cNvSpPr>
          <p:nvPr/>
        </p:nvSpPr>
        <p:spPr bwMode="auto">
          <a:xfrm>
            <a:off x="684213" y="2732157"/>
            <a:ext cx="7416800" cy="3170099"/>
          </a:xfrm>
          <a:prstGeom prst="rect">
            <a:avLst/>
          </a:prstGeom>
          <a:noFill/>
          <a:ln>
            <a:noFill/>
          </a:ln>
          <a:effectLst/>
        </p:spPr>
        <p:txBody>
          <a:bodyPr anchor="ctr">
            <a:spAutoFit/>
          </a:bodyPr>
          <a:lstStyle/>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The silk farming industry does not have a single platform where farmers can find all the information they need, such as </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Cocoon rearing methods, </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Market prices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News updates(Govt schemes,others)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Disease prevention tips</a:t>
            </a:r>
          </a:p>
          <a:p>
            <a:pPr marL="914400" lvl="1" indent="-457200">
              <a:buFont typeface="+mj-lt"/>
              <a:buAutoNum type="arabicPeriod"/>
              <a:defRPr/>
            </a:pPr>
            <a:r>
              <a:rPr lang="en-US" altLang="en-US" sz="2000" dirty="0">
                <a:latin typeface="Times New Roman" panose="02020603050405020304" pitchFamily="18" charset="0"/>
                <a:cs typeface="Times New Roman" panose="02020603050405020304" pitchFamily="18" charset="0"/>
              </a:rPr>
              <a:t>Weather updates</a:t>
            </a:r>
          </a:p>
          <a:p>
            <a:pPr marL="342900" indent="-342900">
              <a:buFont typeface="Arial" panose="020B0604020202020204" pitchFamily="34" charset="0"/>
              <a:buChar char="•"/>
              <a:defRPr/>
            </a:pPr>
            <a:r>
              <a:rPr lang="en-US" altLang="en-US" sz="2000" dirty="0">
                <a:latin typeface="Times New Roman" panose="02020603050405020304" pitchFamily="18" charset="0"/>
                <a:cs typeface="Times New Roman" panose="02020603050405020304" pitchFamily="18" charset="0"/>
              </a:rPr>
              <a:t> This project aims to create a simple website that gives farmers useful resources and real-time updates to improve their productivity and earnings.</a:t>
            </a:r>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314" name="Title 1">
            <a:extLst>
              <a:ext uri="{FF2B5EF4-FFF2-40B4-BE49-F238E27FC236}">
                <a16:creationId xmlns:a16="http://schemas.microsoft.com/office/drawing/2014/main" id="{AEC68575-BC3B-0436-5960-55B7481C73FB}"/>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Objectives</a:t>
            </a:r>
          </a:p>
        </p:txBody>
      </p:sp>
      <p:sp>
        <p:nvSpPr>
          <p:cNvPr id="17411" name="Content Placeholder 2">
            <a:extLst>
              <a:ext uri="{FF2B5EF4-FFF2-40B4-BE49-F238E27FC236}">
                <a16:creationId xmlns:a16="http://schemas.microsoft.com/office/drawing/2014/main" id="{7D417B0E-DBA3-62EB-3BB1-CEBEF2D170B2}"/>
              </a:ext>
            </a:extLst>
          </p:cNvPr>
          <p:cNvSpPr>
            <a:spLocks noGrp="1"/>
          </p:cNvSpPr>
          <p:nvPr>
            <p:ph idx="1"/>
          </p:nvPr>
        </p:nvSpPr>
        <p:spPr>
          <a:xfrm>
            <a:off x="452438" y="1366838"/>
            <a:ext cx="8229600" cy="4525962"/>
          </a:xfrm>
        </p:spPr>
        <p:txBody>
          <a:bodyPr/>
          <a:lstStyle/>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create an online platform that provides essential information on silk farming, designed to the needs of cocoon rearing farmers. </a:t>
            </a:r>
          </a:p>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empower farmers with knowledge about various aspects of silk farming, including cocoon rearing techniques, disease management, market trends, and government policies. </a:t>
            </a:r>
          </a:p>
          <a:p>
            <a:pPr marL="0" indent="0">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spcBef>
                <a:spcPct val="0"/>
              </a:spcBef>
              <a:defRPr/>
            </a:pPr>
            <a:r>
              <a:rPr lang="en-US" altLang="en-US" sz="2000" dirty="0">
                <a:latin typeface="Times New Roman" panose="02020603050405020304" pitchFamily="18" charset="0"/>
                <a:cs typeface="Times New Roman" panose="02020603050405020304" pitchFamily="18" charset="0"/>
              </a:rPr>
              <a:t>To facilitate knowledge sharing and networking among farmers through online forums and communities. </a:t>
            </a:r>
          </a:p>
          <a:p>
            <a:pPr eaLnBrk="1" hangingPunct="1">
              <a:spcBef>
                <a:spcPct val="0"/>
              </a:spcBef>
              <a:buFontTx/>
              <a:buNone/>
              <a:defRPr/>
            </a:pPr>
            <a:r>
              <a:rPr lang="en-US" altLang="en-US" sz="2000" dirty="0">
                <a:solidFill>
                  <a:srgbClr val="000000"/>
                </a:solidFill>
                <a:latin typeface="Times New Roman" panose="02020603050405020304" pitchFamily="18" charset="0"/>
                <a:cs typeface="Times New Roman" panose="02020603050405020304" pitchFamily="18" charset="0"/>
              </a:rPr>
              <a:t> </a:t>
            </a:r>
            <a:endParaRPr lang="en-US" altLang="en-US" sz="2000" b="1" i="1" u="sng" dirty="0">
              <a:latin typeface="Times New Roman" panose="02020603050405020304" pitchFamily="18" charset="0"/>
              <a:cs typeface="Times New Roman" panose="02020603050405020304" pitchFamily="18" charset="0"/>
            </a:endParaRPr>
          </a:p>
        </p:txBody>
      </p:sp>
      <p:sp>
        <p:nvSpPr>
          <p:cNvPr id="13316" name="Slide Number Placeholder 3">
            <a:extLst>
              <a:ext uri="{FF2B5EF4-FFF2-40B4-BE49-F238E27FC236}">
                <a16:creationId xmlns:a16="http://schemas.microsoft.com/office/drawing/2014/main" id="{7FC7C1E9-AB86-0B1A-6C1E-A1854CE52C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0D1E72E2-5E50-41D3-8E74-80AC064F329B}" type="slidenum">
              <a:rPr lang="en-IN" altLang="en-US" sz="1200" smtClean="0">
                <a:solidFill>
                  <a:srgbClr val="898989"/>
                </a:solidFill>
              </a:rPr>
              <a:pPr>
                <a:spcBef>
                  <a:spcPct val="0"/>
                </a:spcBef>
                <a:buFontTx/>
                <a:buNone/>
              </a:pPr>
              <a:t>11</a:t>
            </a:fld>
            <a:endParaRPr lang="en-IN" altLang="en-US" sz="1200">
              <a:solidFill>
                <a:srgbClr val="898989"/>
              </a:solidFill>
            </a:endParaRPr>
          </a:p>
        </p:txBody>
      </p:sp>
      <p:pic>
        <p:nvPicPr>
          <p:cNvPr id="13317" name="Picture 2" descr="D:\GITAM-GST-CSE\2024-25\Capstone-Project\GITAM-newlogo.jpeg">
            <a:extLst>
              <a:ext uri="{FF2B5EF4-FFF2-40B4-BE49-F238E27FC236}">
                <a16:creationId xmlns:a16="http://schemas.microsoft.com/office/drawing/2014/main" id="{5B340D74-CD76-EA04-3294-D4F42873180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0"/>
            <a:ext cx="2339975"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38" name="Title 1">
            <a:extLst>
              <a:ext uri="{FF2B5EF4-FFF2-40B4-BE49-F238E27FC236}">
                <a16:creationId xmlns:a16="http://schemas.microsoft.com/office/drawing/2014/main" id="{0612B402-A06F-0015-542D-D48F44DBAC13}"/>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Requirement Analysis</a:t>
            </a:r>
          </a:p>
        </p:txBody>
      </p:sp>
      <p:sp>
        <p:nvSpPr>
          <p:cNvPr id="9" name="Content Placeholder 2">
            <a:extLst>
              <a:ext uri="{FF2B5EF4-FFF2-40B4-BE49-F238E27FC236}">
                <a16:creationId xmlns:a16="http://schemas.microsoft.com/office/drawing/2014/main" id="{47E0283B-3A39-68D1-89F6-DBD370E2C316}"/>
              </a:ext>
            </a:extLst>
          </p:cNvPr>
          <p:cNvSpPr>
            <a:spLocks noGrp="1"/>
          </p:cNvSpPr>
          <p:nvPr>
            <p:ph idx="1"/>
          </p:nvPr>
        </p:nvSpPr>
        <p:spPr>
          <a:xfrm>
            <a:off x="457200" y="1589088"/>
            <a:ext cx="8229600" cy="4525962"/>
          </a:xfrm>
        </p:spPr>
        <p:txBody>
          <a:bodyPr/>
          <a:lstStyle/>
          <a:p>
            <a:pPr marL="0" indent="0">
              <a:buFont typeface="Arial" panose="020B0604020202020204" pitchFamily="34" charset="0"/>
              <a:buNone/>
              <a:defRPr/>
            </a:pPr>
            <a:r>
              <a:rPr lang="en-US" sz="2000" b="1" dirty="0">
                <a:latin typeface="Times New Roman" panose="02020603050405020304" pitchFamily="18" charset="0"/>
                <a:cs typeface="Times New Roman" panose="02020603050405020304" pitchFamily="18" charset="0"/>
              </a:rPr>
              <a:t>Requirement Analysis:</a:t>
            </a:r>
          </a:p>
          <a:p>
            <a:pPr>
              <a:defRPr/>
            </a:pPr>
            <a:r>
              <a:rPr lang="en-US" sz="2000" b="1" dirty="0">
                <a:latin typeface="Times New Roman" panose="02020603050405020304" pitchFamily="18" charset="0"/>
                <a:cs typeface="Times New Roman" panose="02020603050405020304" pitchFamily="18" charset="0"/>
              </a:rPr>
              <a:t>User Needs</a:t>
            </a:r>
            <a:r>
              <a:rPr lang="en-US" sz="2000" dirty="0">
                <a:latin typeface="Times New Roman" panose="02020603050405020304" pitchFamily="18" charset="0"/>
                <a:cs typeface="Times New Roman" panose="02020603050405020304" pitchFamily="18" charset="0"/>
              </a:rPr>
              <a:t>: Farmers require up-to-date information on silk farming processes, disease management, and market trends.</a:t>
            </a:r>
          </a:p>
          <a:p>
            <a:pPr>
              <a:defRPr/>
            </a:pPr>
            <a:endParaRPr lang="en-US" sz="2000" dirty="0">
              <a:latin typeface="Times New Roman" panose="02020603050405020304" pitchFamily="18" charset="0"/>
              <a:cs typeface="Times New Roman" panose="02020603050405020304" pitchFamily="18" charset="0"/>
            </a:endParaRPr>
          </a:p>
          <a:p>
            <a:pPr>
              <a:defRPr/>
            </a:pPr>
            <a:r>
              <a:rPr lang="en-US" sz="2000" b="1" dirty="0">
                <a:latin typeface="Times New Roman" panose="02020603050405020304" pitchFamily="18" charset="0"/>
                <a:cs typeface="Times New Roman" panose="02020603050405020304" pitchFamily="18" charset="0"/>
              </a:rPr>
              <a:t>System Requirements</a:t>
            </a:r>
            <a:r>
              <a:rPr lang="en-US" sz="20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A web platform that can be accessed via mobile phones.</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Integration with weather and market APIs(manual).</a:t>
            </a:r>
          </a:p>
          <a:p>
            <a:pPr lvl="1">
              <a:buFont typeface="Arial" panose="020B0604020202020204" pitchFamily="34" charset="0"/>
              <a:buChar char="•"/>
              <a:defRPr/>
            </a:pPr>
            <a:r>
              <a:rPr lang="en-US" sz="2000" dirty="0">
                <a:latin typeface="Times New Roman" panose="02020603050405020304" pitchFamily="18" charset="0"/>
                <a:cs typeface="Times New Roman" panose="02020603050405020304" pitchFamily="18" charset="0"/>
              </a:rPr>
              <a:t>Multilingual support for different regions.</a:t>
            </a:r>
          </a:p>
          <a:p>
            <a:pPr marL="0" indent="0">
              <a:buFont typeface="Arial" panose="020B0604020202020204" pitchFamily="34" charset="0"/>
              <a:buNone/>
              <a:defRPr/>
            </a:pPr>
            <a:endParaRPr lang="en-IN" sz="2000" b="1" dirty="0">
              <a:latin typeface="Times New Roman" panose="02020603050405020304" pitchFamily="18" charset="0"/>
              <a:cs typeface="Times New Roman" panose="02020603050405020304" pitchFamily="18" charset="0"/>
            </a:endParaRPr>
          </a:p>
        </p:txBody>
      </p:sp>
      <p:sp>
        <p:nvSpPr>
          <p:cNvPr id="14340" name="Slide Number Placeholder 3">
            <a:extLst>
              <a:ext uri="{FF2B5EF4-FFF2-40B4-BE49-F238E27FC236}">
                <a16:creationId xmlns:a16="http://schemas.microsoft.com/office/drawing/2014/main" id="{D20456F0-857F-E158-5D35-272E6D1EE459}"/>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8A231599-BD58-4978-8D38-EFEF68E38748}" type="slidenum">
              <a:rPr lang="en-IN" altLang="en-US" sz="1200" smtClean="0">
                <a:solidFill>
                  <a:srgbClr val="898989"/>
                </a:solidFill>
              </a:rPr>
              <a:pPr>
                <a:spcBef>
                  <a:spcPct val="0"/>
                </a:spcBef>
                <a:buFontTx/>
                <a:buNone/>
              </a:pPr>
              <a:t>12</a:t>
            </a:fld>
            <a:endParaRPr lang="en-IN" altLang="en-US" sz="1200">
              <a:solidFill>
                <a:srgbClr val="898989"/>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5362" name="Title 1">
            <a:extLst>
              <a:ext uri="{FF2B5EF4-FFF2-40B4-BE49-F238E27FC236}">
                <a16:creationId xmlns:a16="http://schemas.microsoft.com/office/drawing/2014/main" id="{AD202C49-9087-4C34-EB24-6BCD1FBAC6F9}"/>
              </a:ext>
            </a:extLst>
          </p:cNvPr>
          <p:cNvSpPr>
            <a:spLocks noGrp="1"/>
          </p:cNvSpPr>
          <p:nvPr>
            <p:ph type="title"/>
          </p:nvPr>
        </p:nvSpPr>
        <p:spPr>
          <a:xfrm>
            <a:off x="336550" y="501650"/>
            <a:ext cx="8229600" cy="1143000"/>
          </a:xfrm>
        </p:spPr>
        <p:txBody>
          <a:bodyPr/>
          <a:lstStyle/>
          <a:p>
            <a:pPr marL="457200" indent="-457200" eaLnBrk="1" hangingPunct="1"/>
            <a:r>
              <a:rPr lang="en-US" altLang="en-US" sz="2800" b="1">
                <a:latin typeface="Times New Roman" panose="02020603050405020304" pitchFamily="18" charset="0"/>
                <a:cs typeface="Times New Roman" panose="02020603050405020304" pitchFamily="18" charset="0"/>
              </a:rPr>
              <a:t>Identification of tools/technology/algorithms</a:t>
            </a:r>
          </a:p>
        </p:txBody>
      </p:sp>
      <p:sp>
        <p:nvSpPr>
          <p:cNvPr id="15363" name="Content Placeholder 2">
            <a:extLst>
              <a:ext uri="{FF2B5EF4-FFF2-40B4-BE49-F238E27FC236}">
                <a16:creationId xmlns:a16="http://schemas.microsoft.com/office/drawing/2014/main" id="{E2DA9245-8C26-FB5A-D35A-DDBF44C5ABD4}"/>
              </a:ext>
            </a:extLst>
          </p:cNvPr>
          <p:cNvSpPr>
            <a:spLocks noGrp="1"/>
          </p:cNvSpPr>
          <p:nvPr>
            <p:ph idx="1"/>
          </p:nvPr>
        </p:nvSpPr>
        <p:spPr>
          <a:xfrm>
            <a:off x="311150" y="1716088"/>
            <a:ext cx="8229600" cy="4525962"/>
          </a:xfrm>
        </p:spPr>
        <p:txBody>
          <a:bodyPr/>
          <a:lstStyle/>
          <a:p>
            <a:pPr marL="0" indent="0">
              <a:buNone/>
              <a:defRPr/>
            </a:pPr>
            <a:r>
              <a:rPr lang="en-US" altLang="en-US" sz="2000" dirty="0">
                <a:latin typeface="Times New Roman" panose="02020603050405020304" pitchFamily="18" charset="0"/>
                <a:cs typeface="Times New Roman" panose="02020603050405020304" pitchFamily="18" charset="0"/>
              </a:rPr>
              <a:t> </a:t>
            </a:r>
            <a:r>
              <a:rPr lang="en-US" altLang="en-US" sz="2000" b="1" dirty="0">
                <a:latin typeface="Times New Roman" panose="02020603050405020304" pitchFamily="18" charset="0"/>
                <a:cs typeface="Times New Roman" panose="02020603050405020304" pitchFamily="18" charset="0"/>
              </a:rPr>
              <a:t>Frontend development</a:t>
            </a:r>
            <a:r>
              <a:rPr lang="en-US" altLang="en-US" sz="2000"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HTML, CSS, JavaScript</a:t>
            </a:r>
          </a:p>
          <a:p>
            <a:pPr marL="0" indent="0">
              <a:buNone/>
              <a:defRPr/>
            </a:pPr>
            <a:r>
              <a:rPr lang="en-IN" altLang="en-US" sz="2000" b="1" dirty="0">
                <a:latin typeface="Times New Roman" panose="02020603050405020304" pitchFamily="18" charset="0"/>
                <a:cs typeface="Times New Roman" panose="02020603050405020304" pitchFamily="18" charset="0"/>
              </a:rPr>
              <a:t>APIs</a:t>
            </a:r>
            <a:r>
              <a:rPr lang="en-IN" altLang="en-US" sz="2000" dirty="0">
                <a:latin typeface="Times New Roman" panose="02020603050405020304" pitchFamily="18" charset="0"/>
                <a:cs typeface="Times New Roman" panose="02020603050405020304" pitchFamily="18" charset="0"/>
              </a:rPr>
              <a:t>:</a:t>
            </a: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Weather API.</a:t>
            </a:r>
          </a:p>
          <a:p>
            <a:pPr lvl="1">
              <a:buFont typeface="Arial" panose="020B0604020202020204" pitchFamily="34" charset="0"/>
              <a:buChar char="•"/>
              <a:defRPr/>
            </a:pPr>
            <a:r>
              <a:rPr lang="en-IN" altLang="en-US" sz="2000" dirty="0">
                <a:latin typeface="Times New Roman" panose="02020603050405020304" pitchFamily="18" charset="0"/>
                <a:cs typeface="Times New Roman" panose="02020603050405020304" pitchFamily="18" charset="0"/>
              </a:rPr>
              <a:t>Silk market price API (if available) or manual updates</a:t>
            </a:r>
          </a:p>
          <a:p>
            <a:pPr lvl="1">
              <a:buFont typeface="Arial" panose="020B0604020202020204" pitchFamily="34" charset="0"/>
              <a:buChar char="•"/>
              <a:defRPr/>
            </a:pPr>
            <a:endParaRPr lang="en-IN" altLang="en-US" sz="2000" dirty="0">
              <a:latin typeface="Times New Roman" panose="02020603050405020304" pitchFamily="18" charset="0"/>
              <a:cs typeface="Times New Roman" panose="02020603050405020304" pitchFamily="18" charset="0"/>
            </a:endParaRPr>
          </a:p>
          <a:p>
            <a:pPr marL="0" indent="0">
              <a:buNone/>
              <a:defRPr/>
            </a:pPr>
            <a:r>
              <a:rPr lang="en-IN" altLang="en-US" sz="2000" b="1" dirty="0">
                <a:latin typeface="Times New Roman" panose="02020603050405020304" pitchFamily="18" charset="0"/>
                <a:cs typeface="Times New Roman" panose="02020603050405020304" pitchFamily="18" charset="0"/>
              </a:rPr>
              <a:t>Website details</a:t>
            </a:r>
          </a:p>
          <a:p>
            <a:pPr marL="0" indent="0">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         </a:t>
            </a:r>
            <a:r>
              <a:rPr lang="en-IN" altLang="en-US" sz="1600" dirty="0">
                <a:latin typeface="Times New Roman" panose="02020603050405020304" pitchFamily="18" charset="0"/>
                <a:cs typeface="Times New Roman" panose="02020603050405020304" pitchFamily="18" charset="0"/>
              </a:rPr>
              <a:t>https://ecofriendlysilkfarmportal.on.drv.tw/www.silkfarm.com/mysilkfarm/main.html</a:t>
            </a:r>
          </a:p>
          <a:p>
            <a:pPr marL="0" indent="0">
              <a:buFont typeface="Arial" panose="020B0604020202020204" pitchFamily="34" charset="0"/>
              <a:buNone/>
              <a:defRPr/>
            </a:pPr>
            <a:r>
              <a:rPr lang="en-IN" altLang="en-US" sz="2000" b="1" dirty="0">
                <a:latin typeface="Times New Roman" panose="02020603050405020304" pitchFamily="18" charset="0"/>
                <a:cs typeface="Times New Roman" panose="02020603050405020304" pitchFamily="18" charset="0"/>
              </a:rPr>
              <a:t>         </a:t>
            </a:r>
            <a:endParaRPr lang="en-IN" altLang="en-US" sz="2000" dirty="0">
              <a:latin typeface="Times New Roman" panose="02020603050405020304" pitchFamily="18" charset="0"/>
              <a:cs typeface="Times New Roman" panose="02020603050405020304" pitchFamily="18" charset="0"/>
            </a:endParaRPr>
          </a:p>
          <a:p>
            <a:pPr eaLnBrk="1" hangingPunct="1">
              <a:spcBef>
                <a:spcPct val="0"/>
              </a:spcBef>
              <a:buFontTx/>
              <a:buNone/>
              <a:defRPr/>
            </a:pPr>
            <a:endParaRPr lang="en-US" altLang="en-US" sz="2000" b="1" i="1" u="sng" dirty="0">
              <a:latin typeface="Times New Roman" panose="02020603050405020304" pitchFamily="18" charset="0"/>
              <a:cs typeface="Times New Roman" panose="02020603050405020304" pitchFamily="18" charset="0"/>
            </a:endParaRPr>
          </a:p>
        </p:txBody>
      </p:sp>
      <p:sp>
        <p:nvSpPr>
          <p:cNvPr id="15364" name="Slide Number Placeholder 3">
            <a:extLst>
              <a:ext uri="{FF2B5EF4-FFF2-40B4-BE49-F238E27FC236}">
                <a16:creationId xmlns:a16="http://schemas.microsoft.com/office/drawing/2014/main" id="{F86A0965-9487-9FF2-F592-B76817FF2914}"/>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6A669648-2390-4A7C-82A1-8A5DD461C576}" type="slidenum">
              <a:rPr lang="en-IN" altLang="en-US" sz="1200" smtClean="0">
                <a:solidFill>
                  <a:srgbClr val="898989"/>
                </a:solidFill>
              </a:rPr>
              <a:pPr>
                <a:spcBef>
                  <a:spcPct val="0"/>
                </a:spcBef>
                <a:buFontTx/>
                <a:buNone/>
              </a:pPr>
              <a:t>13</a:t>
            </a:fld>
            <a:endParaRPr lang="en-IN" altLang="en-US" sz="1200">
              <a:solidFill>
                <a:srgbClr val="898989"/>
              </a:solidFill>
            </a:endParaRPr>
          </a:p>
        </p:txBody>
      </p:sp>
      <p:pic>
        <p:nvPicPr>
          <p:cNvPr id="15365" name="Picture 2" descr="D:\GITAM-GST-CSE\2024-25\Capstone-Project\GITAM-newlogo.jpeg">
            <a:extLst>
              <a:ext uri="{FF2B5EF4-FFF2-40B4-BE49-F238E27FC236}">
                <a16:creationId xmlns:a16="http://schemas.microsoft.com/office/drawing/2014/main" id="{0C75BD13-5D57-A975-8117-EF161412A73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6" name="Title 1">
            <a:extLst>
              <a:ext uri="{FF2B5EF4-FFF2-40B4-BE49-F238E27FC236}">
                <a16:creationId xmlns:a16="http://schemas.microsoft.com/office/drawing/2014/main" id="{A0ABA8EA-2581-E8B5-8831-AA184466C880}"/>
              </a:ext>
            </a:extLst>
          </p:cNvPr>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Final Design Strategy</a:t>
            </a:r>
            <a:endParaRPr lang="en-IN" altLang="en-US" sz="2800"/>
          </a:p>
        </p:txBody>
      </p:sp>
      <p:sp>
        <p:nvSpPr>
          <p:cNvPr id="16387" name="Slide Number Placeholder 3">
            <a:extLst>
              <a:ext uri="{FF2B5EF4-FFF2-40B4-BE49-F238E27FC236}">
                <a16:creationId xmlns:a16="http://schemas.microsoft.com/office/drawing/2014/main" id="{A85D8F32-D17C-5667-D211-99B09FACDC30}"/>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3B432B8-7D17-47B5-929B-447889400E33}" type="slidenum">
              <a:rPr lang="en-IN" altLang="en-US" sz="1200" smtClean="0">
                <a:solidFill>
                  <a:srgbClr val="898989"/>
                </a:solidFill>
              </a:rPr>
              <a:pPr>
                <a:spcBef>
                  <a:spcPct val="0"/>
                </a:spcBef>
                <a:buFontTx/>
                <a:buNone/>
              </a:pPr>
              <a:t>14</a:t>
            </a:fld>
            <a:endParaRPr lang="en-IN" altLang="en-US" sz="1200">
              <a:solidFill>
                <a:srgbClr val="898989"/>
              </a:solidFill>
            </a:endParaRPr>
          </a:p>
        </p:txBody>
      </p:sp>
      <p:pic>
        <p:nvPicPr>
          <p:cNvPr id="16388" name="Picture 5">
            <a:extLst>
              <a:ext uri="{FF2B5EF4-FFF2-40B4-BE49-F238E27FC236}">
                <a16:creationId xmlns:a16="http://schemas.microsoft.com/office/drawing/2014/main" id="{2AF51EBE-1A00-134B-E84E-24A38800C49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95513" y="1601788"/>
            <a:ext cx="24955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16389" name="Picture 9">
            <a:extLst>
              <a:ext uri="{FF2B5EF4-FFF2-40B4-BE49-F238E27FC236}">
                <a16:creationId xmlns:a16="http://schemas.microsoft.com/office/drawing/2014/main" id="{6CE57344-4E70-36F2-424B-2187FC90CCF4}"/>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5772150" y="2508250"/>
            <a:ext cx="2495550" cy="9620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3" name="Picture 2">
            <a:extLst>
              <a:ext uri="{FF2B5EF4-FFF2-40B4-BE49-F238E27FC236}">
                <a16:creationId xmlns:a16="http://schemas.microsoft.com/office/drawing/2014/main" id="{48F3FED0-6803-79E6-EC06-3B083157C839}"/>
              </a:ext>
            </a:extLst>
          </p:cNvPr>
          <p:cNvPicPr>
            <a:picLocks noChangeAspect="1"/>
          </p:cNvPicPr>
          <p:nvPr/>
        </p:nvPicPr>
        <p:blipFill>
          <a:blip r:embed="rId3"/>
          <a:stretch>
            <a:fillRect/>
          </a:stretch>
        </p:blipFill>
        <p:spPr>
          <a:xfrm>
            <a:off x="0" y="1594307"/>
            <a:ext cx="9144000" cy="3669385"/>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10" name="Title 1">
            <a:extLst>
              <a:ext uri="{FF2B5EF4-FFF2-40B4-BE49-F238E27FC236}">
                <a16:creationId xmlns:a16="http://schemas.microsoft.com/office/drawing/2014/main" id="{45EF25D7-B75F-83DE-B77C-B60ED0F8434D}"/>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17411" name="Content Placeholder 2">
            <a:extLst>
              <a:ext uri="{FF2B5EF4-FFF2-40B4-BE49-F238E27FC236}">
                <a16:creationId xmlns:a16="http://schemas.microsoft.com/office/drawing/2014/main" id="{8794066D-58FF-EC91-17F0-8BACEF5DD99B}"/>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17575" y="1341438"/>
            <a:ext cx="7308850" cy="4525962"/>
          </a:xfrm>
        </p:spPr>
      </p:pic>
      <p:sp>
        <p:nvSpPr>
          <p:cNvPr id="17412" name="Slide Number Placeholder 3">
            <a:extLst>
              <a:ext uri="{FF2B5EF4-FFF2-40B4-BE49-F238E27FC236}">
                <a16:creationId xmlns:a16="http://schemas.microsoft.com/office/drawing/2014/main" id="{DA3AF611-1A70-0AC1-2FBB-E1F6DB46066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3C6EC40F-7066-4B5F-A5E8-B4E5A50EDAF0}" type="slidenum">
              <a:rPr lang="en-IN" altLang="en-US" sz="1200" smtClean="0">
                <a:solidFill>
                  <a:srgbClr val="898989"/>
                </a:solidFill>
              </a:rPr>
              <a:pPr>
                <a:spcBef>
                  <a:spcPct val="0"/>
                </a:spcBef>
                <a:buFontTx/>
                <a:buNone/>
              </a:pPr>
              <a:t>15</a:t>
            </a:fld>
            <a:endParaRPr lang="en-IN" altLang="en-US" sz="1200">
              <a:solidFill>
                <a:srgbClr val="898989"/>
              </a:solidFill>
            </a:endParaRPr>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434" name="Title 1">
            <a:extLst>
              <a:ext uri="{FF2B5EF4-FFF2-40B4-BE49-F238E27FC236}">
                <a16:creationId xmlns:a16="http://schemas.microsoft.com/office/drawing/2014/main" id="{499074E2-FACE-06F1-4F6A-9988051B25B2}"/>
              </a:ext>
            </a:extLst>
          </p:cNvPr>
          <p:cNvSpPr>
            <a:spLocks noGrp="1"/>
          </p:cNvSpPr>
          <p:nvPr>
            <p:ph type="title"/>
          </p:nvPr>
        </p:nvSpPr>
        <p:spPr/>
        <p:txBody>
          <a:bodyPr/>
          <a:lstStyle/>
          <a:p>
            <a:r>
              <a:rPr lang="en-IN" altLang="en-US" b="1">
                <a:latin typeface="Times New Roman" panose="02020603050405020304" pitchFamily="18" charset="0"/>
                <a:cs typeface="Times New Roman" panose="02020603050405020304" pitchFamily="18" charset="0"/>
              </a:rPr>
              <a:t>Status of Implementation</a:t>
            </a:r>
          </a:p>
        </p:txBody>
      </p:sp>
      <p:pic>
        <p:nvPicPr>
          <p:cNvPr id="18435" name="Content Placeholder 2">
            <a:extLst>
              <a:ext uri="{FF2B5EF4-FFF2-40B4-BE49-F238E27FC236}">
                <a16:creationId xmlns:a16="http://schemas.microsoft.com/office/drawing/2014/main" id="{AEED3EC8-721C-60D9-995C-6439C1D175F8}"/>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619250" y="1557338"/>
            <a:ext cx="5740400" cy="4525962"/>
          </a:xfrm>
        </p:spPr>
      </p:pic>
      <p:sp>
        <p:nvSpPr>
          <p:cNvPr id="18436" name="Slide Number Placeholder 3">
            <a:extLst>
              <a:ext uri="{FF2B5EF4-FFF2-40B4-BE49-F238E27FC236}">
                <a16:creationId xmlns:a16="http://schemas.microsoft.com/office/drawing/2014/main" id="{03E28C24-4CC8-39C1-912C-F953387F475F}"/>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4C8510D2-D8CA-482E-A6EE-22E13A0BEC0D}" type="slidenum">
              <a:rPr lang="en-IN" altLang="en-US" sz="1200" smtClean="0">
                <a:solidFill>
                  <a:srgbClr val="898989"/>
                </a:solidFill>
              </a:rPr>
              <a:pPr>
                <a:spcBef>
                  <a:spcPct val="0"/>
                </a:spcBef>
                <a:buFontTx/>
                <a:buNone/>
              </a:pPr>
              <a:t>16</a:t>
            </a:fld>
            <a:endParaRPr lang="en-IN" altLang="en-US" sz="1200">
              <a:solidFill>
                <a:srgbClr val="898989"/>
              </a:solidFill>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9458" name="Title 1">
            <a:extLst>
              <a:ext uri="{FF2B5EF4-FFF2-40B4-BE49-F238E27FC236}">
                <a16:creationId xmlns:a16="http://schemas.microsoft.com/office/drawing/2014/main" id="{CFC5DF9F-AC4B-EAAE-1DEF-25880AA4FA56}"/>
              </a:ext>
            </a:extLst>
          </p:cNvPr>
          <p:cNvSpPr>
            <a:spLocks noGrp="1"/>
          </p:cNvSpPr>
          <p:nvPr>
            <p:ph type="title"/>
          </p:nvPr>
        </p:nvSpPr>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19459" name="Content Placeholder 2">
            <a:extLst>
              <a:ext uri="{FF2B5EF4-FFF2-40B4-BE49-F238E27FC236}">
                <a16:creationId xmlns:a16="http://schemas.microsoft.com/office/drawing/2014/main" id="{50858527-F02D-DE8E-DA89-EC41EB0F9497}"/>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368300" y="1620838"/>
            <a:ext cx="5545138" cy="4525962"/>
          </a:xfrm>
        </p:spPr>
      </p:pic>
      <p:sp>
        <p:nvSpPr>
          <p:cNvPr id="19460" name="Slide Number Placeholder 3">
            <a:extLst>
              <a:ext uri="{FF2B5EF4-FFF2-40B4-BE49-F238E27FC236}">
                <a16:creationId xmlns:a16="http://schemas.microsoft.com/office/drawing/2014/main" id="{16E75479-EA98-626D-C4B6-DBDD1334A4AC}"/>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691F99F-A69D-45BD-8B52-9EF8E3013EC9}" type="slidenum">
              <a:rPr lang="en-IN" altLang="en-US" sz="1200" smtClean="0">
                <a:solidFill>
                  <a:srgbClr val="898989"/>
                </a:solidFill>
              </a:rPr>
              <a:pPr>
                <a:spcBef>
                  <a:spcPct val="0"/>
                </a:spcBef>
                <a:buFontTx/>
                <a:buNone/>
              </a:pPr>
              <a:t>17</a:t>
            </a:fld>
            <a:endParaRPr lang="en-IN" altLang="en-US" sz="1200">
              <a:solidFill>
                <a:srgbClr val="898989"/>
              </a:solidFill>
            </a:endParaRPr>
          </a:p>
        </p:txBody>
      </p:sp>
      <p:pic>
        <p:nvPicPr>
          <p:cNvPr id="19461" name="Picture 4">
            <a:extLst>
              <a:ext uri="{FF2B5EF4-FFF2-40B4-BE49-F238E27FC236}">
                <a16:creationId xmlns:a16="http://schemas.microsoft.com/office/drawing/2014/main" id="{16AF8D40-2EDC-EEA4-CF99-4521890C0704}"/>
              </a:ext>
            </a:extLst>
          </p:cNvPr>
          <p:cNvPicPr>
            <a:picLocks noChangeAspect="1" noChangeArrowheads="1"/>
          </p:cNvPicPr>
          <p:nvPr/>
        </p:nvPicPr>
        <p:blipFill>
          <a:blip r:embed="rId3">
            <a:extLst>
              <a:ext uri="{28A0092B-C50C-407E-A947-70E740481C1C}">
                <a14:useLocalDpi xmlns:a14="http://schemas.microsoft.com/office/drawing/2010/main" val="0"/>
              </a:ext>
            </a:extLst>
          </a:blip>
          <a:srcRect l="17216" t="6956" r="20096"/>
          <a:stretch>
            <a:fillRect/>
          </a:stretch>
        </p:blipFill>
        <p:spPr bwMode="auto">
          <a:xfrm>
            <a:off x="6002338" y="1639888"/>
            <a:ext cx="2952750" cy="40925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0482" name="Title 1">
            <a:extLst>
              <a:ext uri="{FF2B5EF4-FFF2-40B4-BE49-F238E27FC236}">
                <a16:creationId xmlns:a16="http://schemas.microsoft.com/office/drawing/2014/main" id="{2F894595-7149-3696-91A6-019C295EDC26}"/>
              </a:ext>
            </a:extLst>
          </p:cNvPr>
          <p:cNvSpPr>
            <a:spLocks noGrp="1"/>
          </p:cNvSpPr>
          <p:nvPr>
            <p:ph type="title"/>
          </p:nvPr>
        </p:nvSpPr>
        <p:spPr>
          <a:xfrm>
            <a:off x="395288" y="-100013"/>
            <a:ext cx="8229600" cy="1143001"/>
          </a:xfrm>
        </p:spPr>
        <p:txBody>
          <a:bodyPr/>
          <a:lstStyle/>
          <a:p>
            <a:r>
              <a:rPr lang="en-IN" altLang="en-US" sz="2800" b="1">
                <a:latin typeface="Times New Roman" panose="02020603050405020304" pitchFamily="18" charset="0"/>
                <a:cs typeface="Times New Roman" panose="02020603050405020304" pitchFamily="18" charset="0"/>
              </a:rPr>
              <a:t>Status of Implementation</a:t>
            </a:r>
          </a:p>
        </p:txBody>
      </p:sp>
      <p:pic>
        <p:nvPicPr>
          <p:cNvPr id="20483" name="Content Placeholder 2">
            <a:extLst>
              <a:ext uri="{FF2B5EF4-FFF2-40B4-BE49-F238E27FC236}">
                <a16:creationId xmlns:a16="http://schemas.microsoft.com/office/drawing/2014/main" id="{169D3700-899C-A5C0-DCA1-D135C9555C72}"/>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923925" y="1341438"/>
            <a:ext cx="7173913" cy="4525962"/>
          </a:xfrm>
        </p:spPr>
      </p:pic>
      <p:sp>
        <p:nvSpPr>
          <p:cNvPr id="20484" name="Slide Number Placeholder 3">
            <a:extLst>
              <a:ext uri="{FF2B5EF4-FFF2-40B4-BE49-F238E27FC236}">
                <a16:creationId xmlns:a16="http://schemas.microsoft.com/office/drawing/2014/main" id="{6DE812BD-ADF4-7B8C-162F-61EBE9794A06}"/>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A91BBB4C-C914-4638-A9D8-00B395A84F1A}" type="slidenum">
              <a:rPr lang="en-IN" altLang="en-US" sz="1200" smtClean="0">
                <a:solidFill>
                  <a:srgbClr val="898989"/>
                </a:solidFill>
              </a:rPr>
              <a:pPr>
                <a:spcBef>
                  <a:spcPct val="0"/>
                </a:spcBef>
                <a:buFontTx/>
                <a:buNone/>
              </a:pPr>
              <a:t>18</a:t>
            </a:fld>
            <a:endParaRPr lang="en-IN" altLang="en-US" sz="1200">
              <a:solidFill>
                <a:srgbClr val="898989"/>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1506" name="Title 1">
            <a:extLst>
              <a:ext uri="{FF2B5EF4-FFF2-40B4-BE49-F238E27FC236}">
                <a16:creationId xmlns:a16="http://schemas.microsoft.com/office/drawing/2014/main" id="{9D9CDFFC-548A-9EC2-C780-BC1086475C45}"/>
              </a:ext>
            </a:extLst>
          </p:cNvPr>
          <p:cNvSpPr>
            <a:spLocks noGrp="1"/>
          </p:cNvSpPr>
          <p:nvPr>
            <p:ph type="title"/>
          </p:nvPr>
        </p:nvSpPr>
        <p:spPr/>
        <p:txBody>
          <a:bodyPr/>
          <a:lstStyle/>
          <a:p>
            <a:r>
              <a:rPr lang="en-IN" altLang="en-US" sz="2800" b="1" dirty="0">
                <a:latin typeface="Times New Roman" panose="02020603050405020304" pitchFamily="18" charset="0"/>
                <a:cs typeface="Times New Roman" panose="02020603050405020304" pitchFamily="18" charset="0"/>
              </a:rPr>
              <a:t>Status of Implementation</a:t>
            </a:r>
            <a:endParaRPr lang="en-IN" altLang="en-US" sz="2800" dirty="0"/>
          </a:p>
        </p:txBody>
      </p:sp>
      <p:pic>
        <p:nvPicPr>
          <p:cNvPr id="21507" name="Content Placeholder 5">
            <a:extLst>
              <a:ext uri="{FF2B5EF4-FFF2-40B4-BE49-F238E27FC236}">
                <a16:creationId xmlns:a16="http://schemas.microsoft.com/office/drawing/2014/main" id="{604D2148-29E0-0EA4-9320-A36160C67BBD}"/>
              </a:ext>
            </a:extLst>
          </p:cNvPr>
          <p:cNvPicPr>
            <a:picLocks noGrp="1" noChangeAspect="1" noChangeArrowheads="1"/>
          </p:cNvPicPr>
          <p:nvPr>
            <p:ph idx="1"/>
          </p:nvPr>
        </p:nvPicPr>
        <p:blipFill>
          <a:blip r:embed="rId2">
            <a:extLst>
              <a:ext uri="{28A0092B-C50C-407E-A947-70E740481C1C}">
                <a14:useLocalDpi xmlns:a14="http://schemas.microsoft.com/office/drawing/2010/main" val="0"/>
              </a:ext>
            </a:extLst>
          </a:blip>
          <a:srcRect/>
          <a:stretch>
            <a:fillRect/>
          </a:stretch>
        </p:blipFill>
        <p:spPr>
          <a:xfrm>
            <a:off x="1403350" y="1268413"/>
            <a:ext cx="6121400" cy="4525962"/>
          </a:xfrm>
        </p:spPr>
      </p:pic>
      <p:sp>
        <p:nvSpPr>
          <p:cNvPr id="21508" name="Slide Number Placeholder 3">
            <a:extLst>
              <a:ext uri="{FF2B5EF4-FFF2-40B4-BE49-F238E27FC236}">
                <a16:creationId xmlns:a16="http://schemas.microsoft.com/office/drawing/2014/main" id="{A3522436-B3D7-A78F-EE78-00D39D54A13B}"/>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ED4B65FC-D870-49ED-AF9C-E255953BB042}" type="slidenum">
              <a:rPr lang="en-IN" altLang="en-US" sz="1200" smtClean="0">
                <a:solidFill>
                  <a:srgbClr val="898989"/>
                </a:solidFill>
              </a:rPr>
              <a:pPr>
                <a:spcBef>
                  <a:spcPct val="0"/>
                </a:spcBef>
                <a:buFontTx/>
                <a:buNone/>
              </a:pPr>
              <a:t>19</a:t>
            </a:fld>
            <a:endParaRPr lang="en-IN" altLang="en-US" sz="1200">
              <a:solidFill>
                <a:srgbClr val="898989"/>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EBEA7C4-2A0E-AC1E-B0FB-F0A64DD8E7D9}"/>
              </a:ext>
            </a:extLst>
          </p:cNvPr>
          <p:cNvSpPr>
            <a:spLocks noGrp="1"/>
          </p:cNvSpPr>
          <p:nvPr>
            <p:ph type="title"/>
          </p:nvPr>
        </p:nvSpPr>
        <p:spPr/>
        <p:txBody>
          <a:bodyPr/>
          <a:lstStyle/>
          <a:p>
            <a:r>
              <a:rPr lang="en-IN" altLang="en-US" sz="3400" b="1" dirty="0">
                <a:latin typeface="Times New Roman" panose="02020603050405020304" pitchFamily="18" charset="0"/>
                <a:cs typeface="Times New Roman" panose="02020603050405020304" pitchFamily="18" charset="0"/>
              </a:rPr>
              <a:t>Status of Implementation</a:t>
            </a:r>
            <a:endParaRPr lang="en-IN" sz="3400" dirty="0"/>
          </a:p>
        </p:txBody>
      </p:sp>
      <p:pic>
        <p:nvPicPr>
          <p:cNvPr id="7" name="Content Placeholder 6">
            <a:extLst>
              <a:ext uri="{FF2B5EF4-FFF2-40B4-BE49-F238E27FC236}">
                <a16:creationId xmlns:a16="http://schemas.microsoft.com/office/drawing/2014/main" id="{ABD1F97A-58AD-0236-EB54-582EA3DE221B}"/>
              </a:ext>
            </a:extLst>
          </p:cNvPr>
          <p:cNvPicPr>
            <a:picLocks noGrp="1" noChangeAspect="1"/>
          </p:cNvPicPr>
          <p:nvPr>
            <p:ph idx="1"/>
          </p:nvPr>
        </p:nvPicPr>
        <p:blipFill>
          <a:blip r:embed="rId2"/>
          <a:stretch>
            <a:fillRect/>
          </a:stretch>
        </p:blipFill>
        <p:spPr>
          <a:xfrm>
            <a:off x="457200" y="1725414"/>
            <a:ext cx="8229600" cy="4275534"/>
          </a:xfrm>
          <a:prstGeom prst="rect">
            <a:avLst/>
          </a:prstGeom>
        </p:spPr>
      </p:pic>
      <p:sp>
        <p:nvSpPr>
          <p:cNvPr id="4" name="Slide Number Placeholder 3">
            <a:extLst>
              <a:ext uri="{FF2B5EF4-FFF2-40B4-BE49-F238E27FC236}">
                <a16:creationId xmlns:a16="http://schemas.microsoft.com/office/drawing/2014/main" id="{19A47B13-1E35-116F-DE70-1E0DA0393ADF}"/>
              </a:ext>
            </a:extLst>
          </p:cNvPr>
          <p:cNvSpPr>
            <a:spLocks noGrp="1"/>
          </p:cNvSpPr>
          <p:nvPr>
            <p:ph type="sldNum" sz="quarter" idx="12"/>
          </p:nvPr>
        </p:nvSpPr>
        <p:spPr/>
        <p:txBody>
          <a:bodyPr/>
          <a:lstStyle/>
          <a:p>
            <a:pPr>
              <a:defRPr/>
            </a:pPr>
            <a:fld id="{BA20B4AC-6998-4EFE-8583-07CB98B2B55D}" type="slidenum">
              <a:rPr lang="en-IN" altLang="en-US" smtClean="0"/>
              <a:pPr>
                <a:defRPr/>
              </a:pPr>
              <a:t>20</a:t>
            </a:fld>
            <a:endParaRPr lang="en-IN" altLang="en-US"/>
          </a:p>
        </p:txBody>
      </p:sp>
    </p:spTree>
    <p:extLst>
      <p:ext uri="{BB962C8B-B14F-4D97-AF65-F5344CB8AC3E}">
        <p14:creationId xmlns:p14="http://schemas.microsoft.com/office/powerpoint/2010/main" val="1420882487"/>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3321D76-D3ED-1DE9-1D16-FB0F6083D512}"/>
              </a:ext>
            </a:extLst>
          </p:cNvPr>
          <p:cNvSpPr>
            <a:spLocks noGrp="1"/>
          </p:cNvSpPr>
          <p:nvPr>
            <p:ph type="title"/>
          </p:nvPr>
        </p:nvSpPr>
        <p:spPr/>
        <p:txBody>
          <a:bodyPr/>
          <a:lstStyle/>
          <a:p>
            <a:r>
              <a:rPr lang="en-IN" altLang="en-US" sz="3400" b="1" dirty="0">
                <a:latin typeface="Times New Roman" panose="02020603050405020304" pitchFamily="18" charset="0"/>
                <a:cs typeface="Times New Roman" panose="02020603050405020304" pitchFamily="18" charset="0"/>
              </a:rPr>
              <a:t>Status of Implementation</a:t>
            </a:r>
            <a:endParaRPr lang="en-IN" sz="3400" dirty="0"/>
          </a:p>
        </p:txBody>
      </p:sp>
      <p:sp>
        <p:nvSpPr>
          <p:cNvPr id="4" name="Slide Number Placeholder 3">
            <a:extLst>
              <a:ext uri="{FF2B5EF4-FFF2-40B4-BE49-F238E27FC236}">
                <a16:creationId xmlns:a16="http://schemas.microsoft.com/office/drawing/2014/main" id="{7D392FE4-7231-D8F0-1B04-6248BDEB9ABA}"/>
              </a:ext>
            </a:extLst>
          </p:cNvPr>
          <p:cNvSpPr>
            <a:spLocks noGrp="1"/>
          </p:cNvSpPr>
          <p:nvPr>
            <p:ph type="sldNum" sz="quarter" idx="12"/>
          </p:nvPr>
        </p:nvSpPr>
        <p:spPr/>
        <p:txBody>
          <a:bodyPr/>
          <a:lstStyle/>
          <a:p>
            <a:pPr>
              <a:defRPr/>
            </a:pPr>
            <a:fld id="{BA20B4AC-6998-4EFE-8583-07CB98B2B55D}" type="slidenum">
              <a:rPr lang="en-IN" altLang="en-US" smtClean="0"/>
              <a:pPr>
                <a:defRPr/>
              </a:pPr>
              <a:t>21</a:t>
            </a:fld>
            <a:endParaRPr lang="en-IN" altLang="en-US"/>
          </a:p>
        </p:txBody>
      </p:sp>
      <p:pic>
        <p:nvPicPr>
          <p:cNvPr id="9" name="Content Placeholder 8">
            <a:extLst>
              <a:ext uri="{FF2B5EF4-FFF2-40B4-BE49-F238E27FC236}">
                <a16:creationId xmlns:a16="http://schemas.microsoft.com/office/drawing/2014/main" id="{82F80732-C8BE-4DD6-E8EF-00B004516A43}"/>
              </a:ext>
            </a:extLst>
          </p:cNvPr>
          <p:cNvPicPr>
            <a:picLocks noGrp="1" noChangeAspect="1"/>
          </p:cNvPicPr>
          <p:nvPr>
            <p:ph idx="1"/>
          </p:nvPr>
        </p:nvPicPr>
        <p:blipFill>
          <a:blip r:embed="rId2"/>
          <a:stretch>
            <a:fillRect/>
          </a:stretch>
        </p:blipFill>
        <p:spPr>
          <a:xfrm>
            <a:off x="2629990" y="1600200"/>
            <a:ext cx="3884020" cy="4525963"/>
          </a:xfrm>
          <a:prstGeom prst="rect">
            <a:avLst/>
          </a:prstGeom>
        </p:spPr>
      </p:pic>
    </p:spTree>
    <p:extLst>
      <p:ext uri="{BB962C8B-B14F-4D97-AF65-F5344CB8AC3E}">
        <p14:creationId xmlns:p14="http://schemas.microsoft.com/office/powerpoint/2010/main" val="176074709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Number Placeholder 1">
            <a:extLst>
              <a:ext uri="{FF2B5EF4-FFF2-40B4-BE49-F238E27FC236}">
                <a16:creationId xmlns:a16="http://schemas.microsoft.com/office/drawing/2014/main" id="{1303C783-D2B3-A53A-3776-41D0875D21AC}"/>
              </a:ext>
            </a:extLst>
          </p:cNvPr>
          <p:cNvSpPr>
            <a:spLocks noGrp="1"/>
          </p:cNvSpPr>
          <p:nvPr>
            <p:ph type="sldNum" idx="12"/>
          </p:nvPr>
        </p:nvSpPr>
        <p:spPr/>
        <p:txBody>
          <a:bodyPr/>
          <a:lstStyle/>
          <a:p>
            <a:pPr marL="0" lvl="0" indent="0" algn="r" rtl="0">
              <a:spcBef>
                <a:spcPts val="0"/>
              </a:spcBef>
              <a:spcAft>
                <a:spcPts val="0"/>
              </a:spcAft>
              <a:buNone/>
            </a:pPr>
            <a:fld id="{00000000-1234-1234-1234-123412341234}" type="slidenum">
              <a:rPr lang="en-US" smtClean="0"/>
              <a:t>22</a:t>
            </a:fld>
            <a:endParaRPr lang="en-US"/>
          </a:p>
        </p:txBody>
      </p:sp>
      <p:sp>
        <p:nvSpPr>
          <p:cNvPr id="3" name="TextBox 2">
            <a:extLst>
              <a:ext uri="{FF2B5EF4-FFF2-40B4-BE49-F238E27FC236}">
                <a16:creationId xmlns:a16="http://schemas.microsoft.com/office/drawing/2014/main" id="{87629181-F207-EF59-B295-B48E69760F4C}"/>
              </a:ext>
            </a:extLst>
          </p:cNvPr>
          <p:cNvSpPr txBox="1"/>
          <p:nvPr/>
        </p:nvSpPr>
        <p:spPr>
          <a:xfrm>
            <a:off x="3793066" y="372534"/>
            <a:ext cx="5232400" cy="477054"/>
          </a:xfrm>
          <a:prstGeom prst="rect">
            <a:avLst/>
          </a:prstGeom>
          <a:noFill/>
        </p:spPr>
        <p:txBody>
          <a:bodyPr wrap="square" rtlCol="0">
            <a:spAutoFit/>
          </a:bodyPr>
          <a:lstStyle/>
          <a:p>
            <a:r>
              <a:rPr lang="en-US" sz="2500" b="1" u="sng" dirty="0">
                <a:latin typeface="Times New Roman" panose="02020603050405020304" pitchFamily="18" charset="0"/>
                <a:cs typeface="Times New Roman" panose="02020603050405020304" pitchFamily="18" charset="0"/>
              </a:rPr>
              <a:t>Testing</a:t>
            </a:r>
          </a:p>
        </p:txBody>
      </p:sp>
      <p:sp>
        <p:nvSpPr>
          <p:cNvPr id="4" name="TextBox 3">
            <a:extLst>
              <a:ext uri="{FF2B5EF4-FFF2-40B4-BE49-F238E27FC236}">
                <a16:creationId xmlns:a16="http://schemas.microsoft.com/office/drawing/2014/main" id="{1BB124C5-868F-7310-59F3-9AF9AD06DC3B}"/>
              </a:ext>
            </a:extLst>
          </p:cNvPr>
          <p:cNvSpPr txBox="1"/>
          <p:nvPr/>
        </p:nvSpPr>
        <p:spPr>
          <a:xfrm>
            <a:off x="1115616" y="849588"/>
            <a:ext cx="7994488" cy="5663089"/>
          </a:xfrm>
          <a:prstGeom prst="rect">
            <a:avLst/>
          </a:prstGeom>
          <a:noFill/>
        </p:spPr>
        <p:txBody>
          <a:bodyPr wrap="square" rtlCol="0">
            <a:spAutoFit/>
          </a:bodyPr>
          <a:lstStyle/>
          <a:p>
            <a:r>
              <a:rPr lang="en-IN" b="1" dirty="0"/>
              <a:t>1. </a:t>
            </a:r>
            <a:r>
              <a:rPr lang="en-IN" b="1" dirty="0">
                <a:latin typeface="Times New Roman" panose="02020603050405020304" pitchFamily="18" charset="0"/>
                <a:cs typeface="Times New Roman" panose="02020603050405020304" pitchFamily="18" charset="0"/>
              </a:rPr>
              <a:t>Presentation Checks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Slide titles are clear</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Consistent font and formatting.</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Readable background and text contrast..</a:t>
            </a:r>
          </a:p>
          <a:p>
            <a:r>
              <a:rPr lang="en-IN" b="1" dirty="0">
                <a:latin typeface="Times New Roman" panose="02020603050405020304" pitchFamily="18" charset="0"/>
                <a:cs typeface="Times New Roman" panose="02020603050405020304" pitchFamily="18" charset="0"/>
              </a:rPr>
              <a:t>2. Content Accuracy</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Objectives align with the project goals.</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Requirement analysis and tools are relevant.</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Conclusion summarizes key points.</a:t>
            </a:r>
          </a:p>
          <a:p>
            <a:r>
              <a:rPr lang="en-IN" b="1" dirty="0">
                <a:latin typeface="Times New Roman" panose="02020603050405020304" pitchFamily="18" charset="0"/>
                <a:cs typeface="Times New Roman" panose="02020603050405020304" pitchFamily="18" charset="0"/>
              </a:rPr>
              <a:t>3. Formatting &amp; Visuals</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Clear images, diagrams, and tables.</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No overcrowding of content.</a:t>
            </a:r>
          </a:p>
          <a:p>
            <a:r>
              <a:rPr lang="en-IN" b="1" dirty="0">
                <a:latin typeface="Times New Roman" panose="02020603050405020304" pitchFamily="18" charset="0"/>
                <a:cs typeface="Times New Roman" panose="02020603050405020304" pitchFamily="18" charset="0"/>
              </a:rPr>
              <a:t>4. Technical Testing</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Hyperlinks (if any) work correctly.</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Charts and diagrams are </a:t>
            </a:r>
            <a:r>
              <a:rPr lang="en-IN" dirty="0" err="1">
                <a:latin typeface="Times New Roman" panose="02020603050405020304" pitchFamily="18" charset="0"/>
                <a:cs typeface="Times New Roman" panose="02020603050405020304" pitchFamily="18" charset="0"/>
              </a:rPr>
              <a:t>labeled</a:t>
            </a:r>
            <a:r>
              <a:rPr lang="en-IN" dirty="0">
                <a:latin typeface="Times New Roman" panose="02020603050405020304" pitchFamily="18" charset="0"/>
                <a:cs typeface="Times New Roman" panose="02020603050405020304" pitchFamily="18" charset="0"/>
              </a:rPr>
              <a:t>.</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Gantt chart correctly represents timeline.</a:t>
            </a:r>
          </a:p>
          <a:p>
            <a:r>
              <a:rPr lang="en-IN" b="1" dirty="0">
                <a:latin typeface="Times New Roman" panose="02020603050405020304" pitchFamily="18" charset="0"/>
                <a:cs typeface="Times New Roman" panose="02020603050405020304" pitchFamily="18" charset="0"/>
              </a:rPr>
              <a:t>5. Final Review</a:t>
            </a:r>
            <a:endParaRPr lang="en-IN" dirty="0">
              <a:latin typeface="Times New Roman" panose="02020603050405020304" pitchFamily="18" charset="0"/>
              <a:cs typeface="Times New Roman" panose="02020603050405020304" pitchFamily="18" charset="0"/>
            </a:endParaRP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References checked.</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Implementation details verified.</a:t>
            </a:r>
          </a:p>
          <a:p>
            <a:pPr marL="742950" lvl="1" indent="-285750">
              <a:buFont typeface="Wingdings" panose="05000000000000000000" pitchFamily="2" charset="2"/>
              <a:buChar char="q"/>
            </a:pPr>
            <a:r>
              <a:rPr lang="en-IN" dirty="0">
                <a:latin typeface="Times New Roman" panose="02020603050405020304" pitchFamily="18" charset="0"/>
                <a:cs typeface="Times New Roman" panose="02020603050405020304" pitchFamily="18" charset="0"/>
              </a:rPr>
              <a:t>    Conclusion connects to objectives.</a:t>
            </a:r>
          </a:p>
          <a:p>
            <a:endParaRPr lang="en-US" sz="2000" dirty="0">
              <a:latin typeface="Times New Roman" panose="02020603050405020304" pitchFamily="18" charset="0"/>
              <a:cs typeface="Times New Roman" panose="02020603050405020304" pitchFamily="18" charset="0"/>
            </a:endParaRPr>
          </a:p>
        </p:txBody>
      </p:sp>
      <p:pic>
        <p:nvPicPr>
          <p:cNvPr id="5" name="Google Shape;242;p37" descr="D:\GITAM-GST-CSE\2024-25\Capstone-Project\GITAM-newlogo.jpeg">
            <a:extLst>
              <a:ext uri="{FF2B5EF4-FFF2-40B4-BE49-F238E27FC236}">
                <a16:creationId xmlns:a16="http://schemas.microsoft.com/office/drawing/2014/main" id="{02F398CC-BAC3-3D2B-72B2-55E3E3DDC9B0}"/>
              </a:ext>
            </a:extLst>
          </p:cNvPr>
          <p:cNvPicPr preferRelativeResize="0"/>
          <p:nvPr/>
        </p:nvPicPr>
        <p:blipFill rotWithShape="1">
          <a:blip r:embed="rId2">
            <a:alphaModFix/>
          </a:blip>
          <a:srcRect/>
          <a:stretch/>
        </p:blipFill>
        <p:spPr>
          <a:xfrm>
            <a:off x="6804025" y="0"/>
            <a:ext cx="2339975" cy="962025"/>
          </a:xfrm>
          <a:prstGeom prst="rect">
            <a:avLst/>
          </a:prstGeom>
          <a:noFill/>
          <a:ln>
            <a:noFill/>
          </a:ln>
        </p:spPr>
      </p:pic>
    </p:spTree>
    <p:extLst>
      <p:ext uri="{BB962C8B-B14F-4D97-AF65-F5344CB8AC3E}">
        <p14:creationId xmlns:p14="http://schemas.microsoft.com/office/powerpoint/2010/main" val="2937608191"/>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9B7BCCA-7B55-75E9-12CE-0C5EF857BB51}"/>
              </a:ext>
            </a:extLst>
          </p:cNvPr>
          <p:cNvSpPr>
            <a:spLocks noGrp="1"/>
          </p:cNvSpPr>
          <p:nvPr>
            <p:ph type="title"/>
          </p:nvPr>
        </p:nvSpPr>
        <p:spPr>
          <a:xfrm>
            <a:off x="457200" y="274638"/>
            <a:ext cx="7067128" cy="1143000"/>
          </a:xfrm>
        </p:spPr>
        <p:txBody>
          <a:bodyPr/>
          <a:lstStyle/>
          <a:p>
            <a:r>
              <a:rPr lang="en-IN" dirty="0"/>
              <a:t>Result</a:t>
            </a:r>
            <a:br>
              <a:rPr lang="en-IN" dirty="0"/>
            </a:br>
            <a:endParaRPr lang="en-IN" dirty="0"/>
          </a:p>
        </p:txBody>
      </p:sp>
      <p:sp>
        <p:nvSpPr>
          <p:cNvPr id="4" name="Slide Number Placeholder 3">
            <a:extLst>
              <a:ext uri="{FF2B5EF4-FFF2-40B4-BE49-F238E27FC236}">
                <a16:creationId xmlns:a16="http://schemas.microsoft.com/office/drawing/2014/main" id="{CC57E15E-A8B1-6F33-38F0-B3029EDA667D}"/>
              </a:ext>
            </a:extLst>
          </p:cNvPr>
          <p:cNvSpPr>
            <a:spLocks noGrp="1"/>
          </p:cNvSpPr>
          <p:nvPr>
            <p:ph type="sldNum" sz="quarter" idx="12"/>
          </p:nvPr>
        </p:nvSpPr>
        <p:spPr/>
        <p:txBody>
          <a:bodyPr/>
          <a:lstStyle/>
          <a:p>
            <a:pPr>
              <a:defRPr/>
            </a:pPr>
            <a:fld id="{BA20B4AC-6998-4EFE-8583-07CB98B2B55D}" type="slidenum">
              <a:rPr lang="en-IN" altLang="en-US" smtClean="0"/>
              <a:pPr>
                <a:defRPr/>
              </a:pPr>
              <a:t>23</a:t>
            </a:fld>
            <a:endParaRPr lang="en-IN" altLang="en-US"/>
          </a:p>
        </p:txBody>
      </p:sp>
      <p:pic>
        <p:nvPicPr>
          <p:cNvPr id="5" name="Content Placeholder 2">
            <a:extLst>
              <a:ext uri="{FF2B5EF4-FFF2-40B4-BE49-F238E27FC236}">
                <a16:creationId xmlns:a16="http://schemas.microsoft.com/office/drawing/2014/main" id="{E0F2EA3D-2A8F-88AE-4D68-83BC8A0B082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33784" y="893637"/>
            <a:ext cx="5155760" cy="280920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6" name="Content Placeholder 8">
            <a:extLst>
              <a:ext uri="{FF2B5EF4-FFF2-40B4-BE49-F238E27FC236}">
                <a16:creationId xmlns:a16="http://schemas.microsoft.com/office/drawing/2014/main" id="{58B111E5-7035-782E-2773-9F5753B5B228}"/>
              </a:ext>
            </a:extLst>
          </p:cNvPr>
          <p:cNvPicPr>
            <a:picLocks noChangeAspect="1"/>
          </p:cNvPicPr>
          <p:nvPr/>
        </p:nvPicPr>
        <p:blipFill>
          <a:blip r:embed="rId3"/>
          <a:stretch>
            <a:fillRect/>
          </a:stretch>
        </p:blipFill>
        <p:spPr bwMode="auto">
          <a:xfrm>
            <a:off x="5554306" y="377308"/>
            <a:ext cx="3052484" cy="355699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7" name="Content Placeholder 6">
            <a:extLst>
              <a:ext uri="{FF2B5EF4-FFF2-40B4-BE49-F238E27FC236}">
                <a16:creationId xmlns:a16="http://schemas.microsoft.com/office/drawing/2014/main" id="{8D1F1892-40A7-9D5E-23BA-69DAA71FAC03}"/>
              </a:ext>
            </a:extLst>
          </p:cNvPr>
          <p:cNvPicPr>
            <a:picLocks noChangeAspect="1"/>
          </p:cNvPicPr>
          <p:nvPr/>
        </p:nvPicPr>
        <p:blipFill>
          <a:blip r:embed="rId4"/>
          <a:stretch>
            <a:fillRect/>
          </a:stretch>
        </p:blipFill>
        <p:spPr bwMode="auto">
          <a:xfrm>
            <a:off x="0" y="3789040"/>
            <a:ext cx="6301680" cy="196942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pic>
        <p:nvPicPr>
          <p:cNvPr id="8" name="Picture 4">
            <a:extLst>
              <a:ext uri="{FF2B5EF4-FFF2-40B4-BE49-F238E27FC236}">
                <a16:creationId xmlns:a16="http://schemas.microsoft.com/office/drawing/2014/main" id="{28128D1F-E3CC-120F-1A7C-3D7C3C77EDB8}"/>
              </a:ext>
            </a:extLst>
          </p:cNvPr>
          <p:cNvPicPr>
            <a:picLocks noChangeAspect="1" noChangeArrowheads="1"/>
          </p:cNvPicPr>
          <p:nvPr/>
        </p:nvPicPr>
        <p:blipFill>
          <a:blip r:embed="rId5">
            <a:extLst>
              <a:ext uri="{28A0092B-C50C-407E-A947-70E740481C1C}">
                <a14:useLocalDpi xmlns:a14="http://schemas.microsoft.com/office/drawing/2010/main" val="0"/>
              </a:ext>
            </a:extLst>
          </a:blip>
          <a:srcRect l="17216" t="6956" r="20096"/>
          <a:stretch>
            <a:fillRect/>
          </a:stretch>
        </p:blipFill>
        <p:spPr bwMode="auto">
          <a:xfrm>
            <a:off x="5554306" y="3497164"/>
            <a:ext cx="2424808" cy="336083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3532065136"/>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2530" name="Title 1">
            <a:extLst>
              <a:ext uri="{FF2B5EF4-FFF2-40B4-BE49-F238E27FC236}">
                <a16:creationId xmlns:a16="http://schemas.microsoft.com/office/drawing/2014/main" id="{F470ABA7-15DA-36C6-6264-8847DEFA81CE}"/>
              </a:ext>
            </a:extLst>
          </p:cNvPr>
          <p:cNvSpPr>
            <a:spLocks noGrp="1"/>
          </p:cNvSpPr>
          <p:nvPr>
            <p:ph type="title"/>
          </p:nvPr>
        </p:nvSpPr>
        <p:spPr/>
        <p:txBody>
          <a:bodyPr/>
          <a:lstStyle/>
          <a:p>
            <a:r>
              <a:rPr lang="en-IN" altLang="en-US" b="1">
                <a:latin typeface="Times New Roman" panose="02020603050405020304" pitchFamily="18" charset="0"/>
                <a:cs typeface="Times New Roman" panose="02020603050405020304" pitchFamily="18" charset="0"/>
              </a:rPr>
              <a:t>Conclusion</a:t>
            </a:r>
          </a:p>
        </p:txBody>
      </p:sp>
      <p:sp>
        <p:nvSpPr>
          <p:cNvPr id="5" name="Content Placeholder 2">
            <a:extLst>
              <a:ext uri="{FF2B5EF4-FFF2-40B4-BE49-F238E27FC236}">
                <a16:creationId xmlns:a16="http://schemas.microsoft.com/office/drawing/2014/main" id="{46F29F35-3F02-EFE2-D5BA-9B174D9BAA3D}"/>
              </a:ext>
            </a:extLst>
          </p:cNvPr>
          <p:cNvSpPr>
            <a:spLocks noGrp="1"/>
          </p:cNvSpPr>
          <p:nvPr>
            <p:ph idx="1"/>
          </p:nvPr>
        </p:nvSpPr>
        <p:spPr>
          <a:xfrm>
            <a:off x="395536" y="1327150"/>
            <a:ext cx="8352928" cy="5256212"/>
          </a:xfrm>
        </p:spPr>
        <p:txBody>
          <a:bodyPr/>
          <a:lstStyle/>
          <a:p>
            <a:pPr>
              <a:buNone/>
              <a:defRPr/>
            </a:pPr>
            <a:r>
              <a:rPr lang="en-US" altLang="en-US" sz="2000" dirty="0">
                <a:latin typeface="Times New Roman" panose="02020603050405020304" pitchFamily="18" charset="0"/>
                <a:cs typeface="Times New Roman" panose="02020603050405020304" pitchFamily="18" charset="0"/>
              </a:rPr>
              <a:t>Creating a website for silk cocoon farmers will help modernize the silk farming</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industry. This platform will provide farmers with important information like the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best ways to raise silkworms, control pests, manage the environment, and </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understand market trends. By using the website, farmers will be able to produce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better yields, reduce risks, and increase profits.</a:t>
            </a:r>
          </a:p>
          <a:p>
            <a:pPr>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long run, this website will help farmers, especially those who have had</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limited access to information before. It will improve their ability to compete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industry and ensure that silk farming remains successful and sustainable</a:t>
            </a:r>
          </a:p>
          <a:p>
            <a:pPr>
              <a:buFont typeface="Arial" panose="020B0604020202020204" pitchFamily="34" charset="0"/>
              <a:buNone/>
              <a:defRPr/>
            </a:pPr>
            <a:r>
              <a:rPr lang="en-US" altLang="en-US" sz="2000" dirty="0">
                <a:latin typeface="Times New Roman" panose="02020603050405020304" pitchFamily="18" charset="0"/>
                <a:cs typeface="Times New Roman" panose="02020603050405020304" pitchFamily="18" charset="0"/>
              </a:rPr>
              <a:t>in the future.</a:t>
            </a:r>
          </a:p>
          <a:p>
            <a:pPr>
              <a:spcBef>
                <a:spcPct val="0"/>
              </a:spcBef>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US" altLang="en-US" sz="2000" dirty="0">
              <a:latin typeface="Times New Roman" panose="02020603050405020304" pitchFamily="18" charset="0"/>
              <a:cs typeface="Times New Roman" panose="02020603050405020304" pitchFamily="18" charset="0"/>
            </a:endParaRPr>
          </a:p>
          <a:p>
            <a:pPr marL="0" indent="0">
              <a:buFont typeface="Arial" panose="020B0604020202020204" pitchFamily="34" charset="0"/>
              <a:buNone/>
              <a:defRPr/>
            </a:pPr>
            <a:endParaRPr lang="en-IN" altLang="en-US" sz="2000" dirty="0">
              <a:latin typeface="Times New Roman" panose="02020603050405020304" pitchFamily="18" charset="0"/>
              <a:cs typeface="Times New Roman" panose="02020603050405020304" pitchFamily="18" charset="0"/>
            </a:endParaRPr>
          </a:p>
        </p:txBody>
      </p:sp>
      <p:sp>
        <p:nvSpPr>
          <p:cNvPr id="22532" name="Slide Number Placeholder 3">
            <a:extLst>
              <a:ext uri="{FF2B5EF4-FFF2-40B4-BE49-F238E27FC236}">
                <a16:creationId xmlns:a16="http://schemas.microsoft.com/office/drawing/2014/main" id="{00704C56-05C3-E625-BF27-8A9EDA2E58BE}"/>
              </a:ext>
            </a:extLst>
          </p:cNvPr>
          <p:cNvSpPr>
            <a:spLocks noGrp="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fld id="{5C96A198-703D-439F-8A4A-3524B3A8E057}" type="slidenum">
              <a:rPr lang="en-IN" altLang="en-US" sz="1200" smtClean="0">
                <a:solidFill>
                  <a:srgbClr val="898989"/>
                </a:solidFill>
              </a:rPr>
              <a:pPr>
                <a:spcBef>
                  <a:spcPct val="0"/>
                </a:spcBef>
                <a:buFontTx/>
                <a:buNone/>
              </a:pPr>
              <a:t>24</a:t>
            </a:fld>
            <a:endParaRPr lang="en-IN" altLang="en-US" sz="1200">
              <a:solidFill>
                <a:srgbClr val="898989"/>
              </a:solidFill>
            </a:endParaRP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 name="TextBox 2">
            <a:extLst>
              <a:ext uri="{FF2B5EF4-FFF2-40B4-BE49-F238E27FC236}">
                <a16:creationId xmlns:a16="http://schemas.microsoft.com/office/drawing/2014/main" id="{5AC77F26-0106-A04D-BB70-87B6D49E67D9}"/>
              </a:ext>
            </a:extLst>
          </p:cNvPr>
          <p:cNvSpPr txBox="1"/>
          <p:nvPr/>
        </p:nvSpPr>
        <p:spPr>
          <a:xfrm>
            <a:off x="200025" y="984250"/>
            <a:ext cx="8747125" cy="769441"/>
          </a:xfrm>
          <a:prstGeom prst="rect">
            <a:avLst/>
          </a:prstGeom>
          <a:noFill/>
        </p:spPr>
        <p:txBody>
          <a:bodyPr>
            <a:spAutoFit/>
          </a:bodyPr>
          <a:lstStyle/>
          <a:p>
            <a:pPr algn="just">
              <a:defRPr/>
            </a:pPr>
            <a:r>
              <a:rPr lang="en-US" sz="2400" b="1" dirty="0">
                <a:solidFill>
                  <a:schemeClr val="accent4"/>
                </a:solidFill>
                <a:latin typeface="Times New Roman" panose="02020603050405020304" pitchFamily="18" charset="0"/>
                <a:ea typeface="Times New Roman" panose="02020603050405020304" pitchFamily="18" charset="0"/>
                <a:cs typeface="Times New Roman" panose="02020603050405020304" pitchFamily="18" charset="0"/>
              </a:rPr>
              <a:t>Program Outcomes (POs)</a:t>
            </a:r>
          </a:p>
          <a:p>
            <a:pPr algn="just">
              <a:spcBef>
                <a:spcPts val="0"/>
              </a:spcBef>
              <a:spcAft>
                <a:spcPts val="0"/>
              </a:spcAft>
              <a:defRPr/>
            </a:pPr>
            <a:endParaRPr lang="en-US" sz="2000" dirty="0">
              <a:latin typeface="Times New Roman" panose="02020603050405020304" pitchFamily="18" charset="0"/>
              <a:ea typeface="Times New Roman" panose="02020603050405020304" pitchFamily="18" charset="0"/>
              <a:cs typeface="Times New Roman" panose="02020603050405020304" pitchFamily="18" charset="0"/>
            </a:endParaRPr>
          </a:p>
        </p:txBody>
      </p:sp>
      <p:pic>
        <p:nvPicPr>
          <p:cNvPr id="44035" name="Picture 2" descr="D:\GITAM-GST-CSE\2024-25\Capstone-Project\GITAM-newlogo.jpeg">
            <a:extLst>
              <a:ext uri="{FF2B5EF4-FFF2-40B4-BE49-F238E27FC236}">
                <a16:creationId xmlns:a16="http://schemas.microsoft.com/office/drawing/2014/main" id="{CDD53B98-8AD9-F9D1-7CD9-967F0BEA0B6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Rectangle 1">
            <a:extLst>
              <a:ext uri="{FF2B5EF4-FFF2-40B4-BE49-F238E27FC236}">
                <a16:creationId xmlns:a16="http://schemas.microsoft.com/office/drawing/2014/main" id="{7F80DDD3-DA11-8E53-9D3D-473ED025395E}"/>
              </a:ext>
            </a:extLst>
          </p:cNvPr>
          <p:cNvSpPr>
            <a:spLocks noChangeArrowheads="1"/>
          </p:cNvSpPr>
          <p:nvPr/>
        </p:nvSpPr>
        <p:spPr bwMode="auto">
          <a:xfrm>
            <a:off x="323528" y="2050305"/>
            <a:ext cx="9361039" cy="2308324"/>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Better Knowledge</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Farmers access key silk farming insights.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Higher Productivity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Improved techniques boost yield.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Real-time Updates</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Market &amp; weather info aids decisions.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Farmer Networking</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Knowledge sharing through forums.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Tech Adoption</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Promotes digital tools in farming. </a:t>
            </a:r>
          </a:p>
          <a:p>
            <a:pPr marL="0" marR="0" lvl="0" indent="0" algn="l" defTabSz="914400" rtl="0" eaLnBrk="0" fontAlgn="base" latinLnBrk="0" hangingPunct="0">
              <a:lnSpc>
                <a:spcPct val="100000"/>
              </a:lnSpc>
              <a:spcBef>
                <a:spcPct val="0"/>
              </a:spcBef>
              <a:spcAft>
                <a:spcPct val="0"/>
              </a:spcAft>
              <a:buClrTx/>
              <a:buSzTx/>
              <a:buFontTx/>
              <a:buChar char="•"/>
              <a:tabLst/>
            </a:pPr>
            <a:r>
              <a:rPr kumimoji="0" lang="en-US" altLang="en-US" sz="24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Increased Profitability</a:t>
            </a:r>
            <a:r>
              <a:rPr kumimoji="0" lang="en-US" altLang="en-US" sz="24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Reduces risks, boosts income. </a:t>
            </a:r>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45058" name="Picture 2" descr="D:\GITAM-GST-CSE\2024-25\Capstone-Project\GITAM-newlogo.jpeg">
            <a:extLst>
              <a:ext uri="{FF2B5EF4-FFF2-40B4-BE49-F238E27FC236}">
                <a16:creationId xmlns:a16="http://schemas.microsoft.com/office/drawing/2014/main" id="{B91E0BFC-9519-40B9-5DBB-98D76E555B8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graphicFrame>
        <p:nvGraphicFramePr>
          <p:cNvPr id="2" name="Table 1">
            <a:extLst>
              <a:ext uri="{FF2B5EF4-FFF2-40B4-BE49-F238E27FC236}">
                <a16:creationId xmlns:a16="http://schemas.microsoft.com/office/drawing/2014/main" id="{B090E65B-3398-407B-96CA-467DEBFB4E01}"/>
              </a:ext>
            </a:extLst>
          </p:cNvPr>
          <p:cNvGraphicFramePr>
            <a:graphicFrameLocks noGrp="1"/>
          </p:cNvGraphicFramePr>
          <p:nvPr>
            <p:extLst>
              <p:ext uri="{D42A27DB-BD31-4B8C-83A1-F6EECF244321}">
                <p14:modId xmlns:p14="http://schemas.microsoft.com/office/powerpoint/2010/main" val="3760191872"/>
              </p:ext>
            </p:extLst>
          </p:nvPr>
        </p:nvGraphicFramePr>
        <p:xfrm>
          <a:off x="395288" y="1538288"/>
          <a:ext cx="8280403" cy="1272222"/>
        </p:xfrm>
        <a:graphic>
          <a:graphicData uri="http://schemas.openxmlformats.org/drawingml/2006/table">
            <a:tbl>
              <a:tblPr firstRow="1" firstCol="1" bandRow="1">
                <a:tableStyleId>{5940675A-B579-460E-94D1-54222C63F5DA}</a:tableStyleId>
              </a:tblPr>
              <a:tblGrid>
                <a:gridCol w="404787">
                  <a:extLst>
                    <a:ext uri="{9D8B030D-6E8A-4147-A177-3AD203B41FA5}">
                      <a16:colId xmlns:a16="http://schemas.microsoft.com/office/drawing/2014/main" val="1710076687"/>
                    </a:ext>
                  </a:extLst>
                </a:gridCol>
                <a:gridCol w="404787">
                  <a:extLst>
                    <a:ext uri="{9D8B030D-6E8A-4147-A177-3AD203B41FA5}">
                      <a16:colId xmlns:a16="http://schemas.microsoft.com/office/drawing/2014/main" val="1185196535"/>
                    </a:ext>
                  </a:extLst>
                </a:gridCol>
                <a:gridCol w="404787">
                  <a:extLst>
                    <a:ext uri="{9D8B030D-6E8A-4147-A177-3AD203B41FA5}">
                      <a16:colId xmlns:a16="http://schemas.microsoft.com/office/drawing/2014/main" val="784063018"/>
                    </a:ext>
                  </a:extLst>
                </a:gridCol>
                <a:gridCol w="404787">
                  <a:extLst>
                    <a:ext uri="{9D8B030D-6E8A-4147-A177-3AD203B41FA5}">
                      <a16:colId xmlns:a16="http://schemas.microsoft.com/office/drawing/2014/main" val="3604593020"/>
                    </a:ext>
                  </a:extLst>
                </a:gridCol>
                <a:gridCol w="404787">
                  <a:extLst>
                    <a:ext uri="{9D8B030D-6E8A-4147-A177-3AD203B41FA5}">
                      <a16:colId xmlns:a16="http://schemas.microsoft.com/office/drawing/2014/main" val="2084452827"/>
                    </a:ext>
                  </a:extLst>
                </a:gridCol>
                <a:gridCol w="404787">
                  <a:extLst>
                    <a:ext uri="{9D8B030D-6E8A-4147-A177-3AD203B41FA5}">
                      <a16:colId xmlns:a16="http://schemas.microsoft.com/office/drawing/2014/main" val="2463216705"/>
                    </a:ext>
                  </a:extLst>
                </a:gridCol>
                <a:gridCol w="404787">
                  <a:extLst>
                    <a:ext uri="{9D8B030D-6E8A-4147-A177-3AD203B41FA5}">
                      <a16:colId xmlns:a16="http://schemas.microsoft.com/office/drawing/2014/main" val="888679855"/>
                    </a:ext>
                  </a:extLst>
                </a:gridCol>
                <a:gridCol w="404787">
                  <a:extLst>
                    <a:ext uri="{9D8B030D-6E8A-4147-A177-3AD203B41FA5}">
                      <a16:colId xmlns:a16="http://schemas.microsoft.com/office/drawing/2014/main" val="911182196"/>
                    </a:ext>
                  </a:extLst>
                </a:gridCol>
                <a:gridCol w="404787">
                  <a:extLst>
                    <a:ext uri="{9D8B030D-6E8A-4147-A177-3AD203B41FA5}">
                      <a16:colId xmlns:a16="http://schemas.microsoft.com/office/drawing/2014/main" val="3312704592"/>
                    </a:ext>
                  </a:extLst>
                </a:gridCol>
                <a:gridCol w="473045">
                  <a:extLst>
                    <a:ext uri="{9D8B030D-6E8A-4147-A177-3AD203B41FA5}">
                      <a16:colId xmlns:a16="http://schemas.microsoft.com/office/drawing/2014/main" val="2298652974"/>
                    </a:ext>
                  </a:extLst>
                </a:gridCol>
                <a:gridCol w="473045">
                  <a:extLst>
                    <a:ext uri="{9D8B030D-6E8A-4147-A177-3AD203B41FA5}">
                      <a16:colId xmlns:a16="http://schemas.microsoft.com/office/drawing/2014/main" val="3667571055"/>
                    </a:ext>
                  </a:extLst>
                </a:gridCol>
                <a:gridCol w="473045">
                  <a:extLst>
                    <a:ext uri="{9D8B030D-6E8A-4147-A177-3AD203B41FA5}">
                      <a16:colId xmlns:a16="http://schemas.microsoft.com/office/drawing/2014/main" val="2809948587"/>
                    </a:ext>
                  </a:extLst>
                </a:gridCol>
                <a:gridCol w="986077">
                  <a:extLst>
                    <a:ext uri="{9D8B030D-6E8A-4147-A177-3AD203B41FA5}">
                      <a16:colId xmlns:a16="http://schemas.microsoft.com/office/drawing/2014/main" val="2821204199"/>
                    </a:ext>
                  </a:extLst>
                </a:gridCol>
                <a:gridCol w="1008049">
                  <a:extLst>
                    <a:ext uri="{9D8B030D-6E8A-4147-A177-3AD203B41FA5}">
                      <a16:colId xmlns:a16="http://schemas.microsoft.com/office/drawing/2014/main" val="399878579"/>
                    </a:ext>
                  </a:extLst>
                </a:gridCol>
                <a:gridCol w="1224059">
                  <a:extLst>
                    <a:ext uri="{9D8B030D-6E8A-4147-A177-3AD203B41FA5}">
                      <a16:colId xmlns:a16="http://schemas.microsoft.com/office/drawing/2014/main" val="1065949945"/>
                    </a:ext>
                  </a:extLst>
                </a:gridCol>
              </a:tblGrid>
              <a:tr h="633412">
                <a:tc gridSpan="15">
                  <a:txBody>
                    <a:bodyPr/>
                    <a:lstStyle/>
                    <a:p>
                      <a:pPr marL="0" marR="0" lvl="0" indent="0" algn="just" defTabSz="914400" rtl="0" eaLnBrk="1" fontAlgn="auto" latinLnBrk="0" hangingPunct="1">
                        <a:lnSpc>
                          <a:spcPct val="100000"/>
                        </a:lnSpc>
                        <a:spcBef>
                          <a:spcPts val="0"/>
                        </a:spcBef>
                        <a:spcAft>
                          <a:spcPts val="0"/>
                        </a:spcAft>
                        <a:buClrTx/>
                        <a:buSzTx/>
                        <a:buFontTx/>
                        <a:buNone/>
                        <a:tabLst/>
                        <a:defRPr/>
                      </a:pPr>
                      <a:r>
                        <a:rPr lang="en-US" sz="1800" b="1" dirty="0">
                          <a:effectLst/>
                          <a:latin typeface="Times New Roman" panose="02020603050405020304" pitchFamily="18" charset="0"/>
                          <a:cs typeface="Times New Roman" panose="02020603050405020304" pitchFamily="18" charset="0"/>
                        </a:rPr>
                        <a:t>Title of the Project:      </a:t>
                      </a:r>
                      <a:r>
                        <a:rPr lang="en-US" altLang="en-US" sz="1800" b="1" dirty="0">
                          <a:latin typeface="Times New Roman" panose="02020603050405020304" pitchFamily="18" charset="0"/>
                          <a:cs typeface="Times New Roman" panose="02020603050405020304" pitchFamily="18" charset="0"/>
                        </a:rPr>
                        <a:t>To develop a portal for silk farming information</a:t>
                      </a:r>
                      <a:endParaRPr lang="en-IN" sz="1800" b="0" dirty="0">
                        <a:latin typeface="Times New Roman" panose="02020603050405020304" pitchFamily="18" charset="0"/>
                        <a:cs typeface="Times New Roman" panose="02020603050405020304" pitchFamily="18" charset="0"/>
                      </a:endParaRPr>
                    </a:p>
                  </a:txBody>
                  <a:tcPr marL="73020" marR="73020"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extLst>
                  <a:ext uri="{0D108BD9-81ED-4DB2-BD59-A6C34878D82A}">
                    <a16:rowId xmlns:a16="http://schemas.microsoft.com/office/drawing/2014/main" val="4216670640"/>
                  </a:ext>
                </a:extLst>
              </a:tr>
              <a:tr h="274425">
                <a:tc gridSpan="12">
                  <a:txBody>
                    <a:bodyPr/>
                    <a:lstStyle/>
                    <a:p>
                      <a:pPr marL="0" marR="0" lvl="0" indent="0" algn="ctr"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Program Outcomes</a:t>
                      </a:r>
                      <a:endParaRPr lang="en-IN" sz="1800" b="1" dirty="0">
                        <a:latin typeface="Times New Roman" panose="02020603050405020304" pitchFamily="18" charset="0"/>
                        <a:cs typeface="Times New Roman" panose="02020603050405020304" pitchFamily="18" charset="0"/>
                      </a:endParaRPr>
                    </a:p>
                  </a:txBody>
                  <a:tcPr marL="73020" marR="73020"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hMerge="1">
                  <a:txBody>
                    <a:bodyPr/>
                    <a:lstStyle/>
                    <a:p>
                      <a:endParaRPr lang="en-IN" dirty="0"/>
                    </a:p>
                  </a:txBody>
                  <a:tcPr marL="73025" marR="73025" marT="0" marB="0"/>
                </a:tc>
                <a:tc gridSpan="3">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en-US" sz="1800" b="1" dirty="0">
                          <a:latin typeface="Times New Roman" panose="02020603050405020304" pitchFamily="18" charset="0"/>
                          <a:cs typeface="Times New Roman" panose="02020603050405020304" pitchFamily="18" charset="0"/>
                        </a:rPr>
                        <a:t>Program Specific Outcomes</a:t>
                      </a:r>
                      <a:endParaRPr lang="en-IN" sz="1800" b="1" dirty="0">
                        <a:latin typeface="Times New Roman" panose="02020603050405020304" pitchFamily="18" charset="0"/>
                        <a:cs typeface="Times New Roman" panose="02020603050405020304" pitchFamily="18" charset="0"/>
                      </a:endParaRPr>
                    </a:p>
                  </a:txBody>
                  <a:tcPr marL="73020" marR="73020" marT="0" marB="0"/>
                </a:tc>
                <a:tc hMerge="1">
                  <a:txBody>
                    <a:bodyPr/>
                    <a:lstStyle/>
                    <a:p>
                      <a:endParaRPr lang="en-IN" dirty="0"/>
                    </a:p>
                  </a:txBody>
                  <a:tcPr marL="73025" marR="73025" marT="0" marB="0"/>
                </a:tc>
                <a:tc hMerge="1">
                  <a:txBody>
                    <a:bodyPr/>
                    <a:lstStyle/>
                    <a:p>
                      <a:endParaRPr lang="en-IN" dirty="0"/>
                    </a:p>
                  </a:txBody>
                  <a:tcPr marL="73025" marR="73025" marT="0" marB="0"/>
                </a:tc>
                <a:extLst>
                  <a:ext uri="{0D108BD9-81ED-4DB2-BD59-A6C34878D82A}">
                    <a16:rowId xmlns:a16="http://schemas.microsoft.com/office/drawing/2014/main" val="3821538480"/>
                  </a:ext>
                </a:extLst>
              </a:tr>
              <a:tr h="168603">
                <a:tc>
                  <a:txBody>
                    <a:bodyPr/>
                    <a:lstStyle/>
                    <a:p>
                      <a:pPr algn="ctr">
                        <a:lnSpc>
                          <a:spcPct val="107000"/>
                        </a:lnSpc>
                        <a:spcAft>
                          <a:spcPts val="0"/>
                        </a:spcAft>
                      </a:pPr>
                      <a:r>
                        <a:rPr lang="en-US" sz="1000" b="1" dirty="0">
                          <a:effectLst/>
                        </a:rPr>
                        <a:t>PO1</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PO2</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PO3</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PO4</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PO5</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PO6</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PO7</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PO8</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PO9</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PO10</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PO11</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PO12</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PSO1</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PSO2</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r>
                        <a:rPr lang="en-US" sz="1000" b="1" dirty="0">
                          <a:effectLst/>
                          <a:latin typeface="Times New Roman" panose="02020603050405020304" pitchFamily="18" charset="0"/>
                          <a:cs typeface="Times New Roman" panose="02020603050405020304" pitchFamily="18" charset="0"/>
                        </a:rPr>
                        <a:t>PSO3</a:t>
                      </a:r>
                      <a:endParaRPr lang="en-IN" sz="1000" b="1"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extLst>
                  <a:ext uri="{0D108BD9-81ED-4DB2-BD59-A6C34878D82A}">
                    <a16:rowId xmlns:a16="http://schemas.microsoft.com/office/drawing/2014/main" val="821553025"/>
                  </a:ext>
                </a:extLst>
              </a:tr>
              <a:tr h="195782">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nSpc>
                          <a:spcPct val="107000"/>
                        </a:lnSpc>
                      </a:pPr>
                      <a:endParaRPr lang="en-IN" sz="1200" dirty="0">
                        <a:effectLst/>
                        <a:latin typeface="Times New Roman" panose="02020603050405020304" pitchFamily="18" charset="0"/>
                        <a:cs typeface="Times New Roman" panose="02020603050405020304" pitchFamily="18" charset="0"/>
                      </a:endParaRPr>
                    </a:p>
                  </a:txBody>
                  <a:tcPr marL="73020" marR="73020" marT="0" marB="0" anchor="ctr"/>
                </a:tc>
                <a:tc>
                  <a:txBody>
                    <a:bodyPr/>
                    <a:lstStyle/>
                    <a:p>
                      <a:pPr>
                        <a:lnSpc>
                          <a:spcPct val="107000"/>
                        </a:lnSpc>
                      </a:pPr>
                      <a:endParaRPr lang="en-IN" sz="1200" dirty="0">
                        <a:effectLst/>
                        <a:latin typeface="Times New Roman" panose="02020603050405020304" pitchFamily="18" charset="0"/>
                        <a:cs typeface="Times New Roman" panose="02020603050405020304" pitchFamily="18" charset="0"/>
                      </a:endParaRPr>
                    </a:p>
                  </a:txBody>
                  <a:tcPr marL="73020" marR="73020" marT="0" marB="0"/>
                </a:tc>
                <a:tc>
                  <a:txBody>
                    <a:bodyPr/>
                    <a:lstStyle/>
                    <a:p>
                      <a:pPr>
                        <a:lnSpc>
                          <a:spcPct val="107000"/>
                        </a:lnSpc>
                      </a:pPr>
                      <a:endParaRPr lang="en-IN" sz="1200" dirty="0">
                        <a:effectLst/>
                        <a:latin typeface="Times New Roman" panose="02020603050405020304" pitchFamily="18"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tc>
                  <a:txBody>
                    <a:bodyPr/>
                    <a:lstStyle/>
                    <a:p>
                      <a:pPr algn="ctr">
                        <a:lnSpc>
                          <a:spcPct val="107000"/>
                        </a:lnSpc>
                        <a:spcAft>
                          <a:spcPts val="0"/>
                        </a:spcAft>
                      </a:pPr>
                      <a:endParaRPr lang="en-IN" sz="1200" dirty="0">
                        <a:effectLst/>
                        <a:latin typeface="Times New Roman" panose="02020603050405020304" pitchFamily="18" charset="0"/>
                        <a:ea typeface="Calibri" panose="020F0502020204030204" pitchFamily="34" charset="0"/>
                        <a:cs typeface="Times New Roman" panose="02020603050405020304" pitchFamily="18" charset="0"/>
                      </a:endParaRPr>
                    </a:p>
                  </a:txBody>
                  <a:tcPr marL="73020" marR="73020" marT="0" marB="0"/>
                </a:tc>
                <a:extLst>
                  <a:ext uri="{0D108BD9-81ED-4DB2-BD59-A6C34878D82A}">
                    <a16:rowId xmlns:a16="http://schemas.microsoft.com/office/drawing/2014/main" val="2286406606"/>
                  </a:ext>
                </a:extLst>
              </a:tr>
            </a:tbl>
          </a:graphicData>
        </a:graphic>
      </p:graphicFrame>
      <p:sp>
        <p:nvSpPr>
          <p:cNvPr id="45114" name="Rectangle 1">
            <a:extLst>
              <a:ext uri="{FF2B5EF4-FFF2-40B4-BE49-F238E27FC236}">
                <a16:creationId xmlns:a16="http://schemas.microsoft.com/office/drawing/2014/main" id="{F3164A00-646C-9413-A77D-874AE6AC6FAC}"/>
              </a:ext>
            </a:extLst>
          </p:cNvPr>
          <p:cNvSpPr>
            <a:spLocks noChangeArrowheads="1"/>
          </p:cNvSpPr>
          <p:nvPr/>
        </p:nvSpPr>
        <p:spPr bwMode="auto">
          <a:xfrm>
            <a:off x="323850" y="1066800"/>
            <a:ext cx="2101850" cy="400050"/>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wrap="none" anchor="ct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2000" b="1">
                <a:solidFill>
                  <a:srgbClr val="000000"/>
                </a:solidFill>
                <a:latin typeface="Times New Roman" panose="02020603050405020304" pitchFamily="18" charset="0"/>
                <a:cs typeface="Times New Roman" panose="02020603050405020304" pitchFamily="18" charset="0"/>
              </a:rPr>
              <a:t>PO’s Attainment:</a:t>
            </a:r>
          </a:p>
        </p:txBody>
      </p:sp>
      <p:sp>
        <p:nvSpPr>
          <p:cNvPr id="45115" name="Rectangle 5">
            <a:extLst>
              <a:ext uri="{FF2B5EF4-FFF2-40B4-BE49-F238E27FC236}">
                <a16:creationId xmlns:a16="http://schemas.microsoft.com/office/drawing/2014/main" id="{7C474C5D-D4C4-A470-F421-6D356D4135D9}"/>
              </a:ext>
            </a:extLst>
          </p:cNvPr>
          <p:cNvSpPr>
            <a:spLocks noChangeArrowheads="1"/>
          </p:cNvSpPr>
          <p:nvPr/>
        </p:nvSpPr>
        <p:spPr bwMode="auto">
          <a:xfrm>
            <a:off x="323850" y="3579813"/>
            <a:ext cx="8331200" cy="52228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spcBef>
                <a:spcPct val="0"/>
              </a:spcBef>
              <a:buFontTx/>
              <a:buNone/>
            </a:pPr>
            <a:r>
              <a:rPr lang="en-US" altLang="en-US" sz="1800">
                <a:solidFill>
                  <a:srgbClr val="000000"/>
                </a:solidFill>
                <a:latin typeface="Times New Roman" panose="02020603050405020304" pitchFamily="18" charset="0"/>
                <a:cs typeface="Times New Roman" panose="02020603050405020304" pitchFamily="18" charset="0"/>
              </a:rPr>
              <a:t>Note: Guide need to tick (√) corresponding PO’s and PSO’s with respect to the project.</a:t>
            </a:r>
            <a:endParaRPr lang="en-US" altLang="en-US" sz="2800">
              <a:latin typeface="Times New Roman" panose="02020603050405020304" pitchFamily="18" charset="0"/>
              <a:cs typeface="Times New Roman" panose="02020603050405020304" pitchFamily="18" charset="0"/>
            </a:endParaRP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24578" name="Picture 2" descr="D:\GITAM-GST-CSE\2024-25\Capstone-Project\GITAM-newlogo.jpeg">
            <a:extLst>
              <a:ext uri="{FF2B5EF4-FFF2-40B4-BE49-F238E27FC236}">
                <a16:creationId xmlns:a16="http://schemas.microsoft.com/office/drawing/2014/main" id="{CCB2D537-427C-4B93-6DFB-C9C6351372E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6804025" y="-26988"/>
            <a:ext cx="2339975" cy="9620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4579" name="Rectangle 2">
            <a:extLst>
              <a:ext uri="{FF2B5EF4-FFF2-40B4-BE49-F238E27FC236}">
                <a16:creationId xmlns:a16="http://schemas.microsoft.com/office/drawing/2014/main" id="{BA9EF4CC-4ABC-3C4D-C94D-144AB19032A9}"/>
              </a:ext>
            </a:extLst>
          </p:cNvPr>
          <p:cNvSpPr>
            <a:spLocks noChangeArrowheads="1"/>
          </p:cNvSpPr>
          <p:nvPr/>
        </p:nvSpPr>
        <p:spPr bwMode="auto">
          <a:xfrm>
            <a:off x="179388" y="873125"/>
            <a:ext cx="8929687" cy="51403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marL="73025">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a:buFont typeface="Arial" panose="020B0604020202020204" pitchFamily="34" charset="0"/>
              <a:buNone/>
            </a:pPr>
            <a:r>
              <a:rPr lang="en-US" altLang="en-US" sz="2000" b="1" i="1" u="sng" dirty="0">
                <a:latin typeface="Times New Roman" panose="02020603050405020304" pitchFamily="18" charset="0"/>
                <a:cs typeface="Times New Roman" panose="02020603050405020304" pitchFamily="18" charset="0"/>
              </a:rPr>
              <a:t>Journals</a:t>
            </a: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1... NRSC, Manual-National Land Use Land Cover Mapping using Multi-temporal Satellite Data, Land Use Division, National Remote Sensing Agency, Hyderabad, 2006. </a:t>
            </a: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 NRSC, Wasteland Atlas of India, National Remote Sensing Agen cy, Hyderabad, 2011, pp. 4-14</a:t>
            </a:r>
          </a:p>
          <a:p>
            <a:pPr>
              <a:buFont typeface="Arial" panose="020B0604020202020204" pitchFamily="34" charset="0"/>
              <a:buNone/>
            </a:pPr>
            <a:endParaRPr lang="en-IN" altLang="en-US" sz="2000" dirty="0">
              <a:latin typeface="Times New Roman" panose="02020603050405020304" pitchFamily="18" charset="0"/>
              <a:cs typeface="Times New Roman" panose="02020603050405020304" pitchFamily="18" charset="0"/>
            </a:endParaRPr>
          </a:p>
          <a:p>
            <a:pPr>
              <a:buFont typeface="Arial" panose="020B0604020202020204" pitchFamily="34" charset="0"/>
              <a:buNone/>
            </a:pPr>
            <a:r>
              <a:rPr lang="en-IN" altLang="en-US" sz="2000" dirty="0">
                <a:latin typeface="Times New Roman" panose="02020603050405020304" pitchFamily="18" charset="0"/>
                <a:cs typeface="Times New Roman" panose="02020603050405020304" pitchFamily="18" charset="0"/>
              </a:rPr>
              <a:t>2. . </a:t>
            </a:r>
            <a:r>
              <a:rPr lang="en-IN" altLang="en-US" sz="2000" dirty="0" err="1">
                <a:latin typeface="Times New Roman" panose="02020603050405020304" pitchFamily="18" charset="0"/>
                <a:cs typeface="Times New Roman" panose="02020603050405020304" pitchFamily="18" charset="0"/>
              </a:rPr>
              <a:t>Xu,H</a:t>
            </a:r>
            <a:r>
              <a:rPr lang="en-IN" altLang="en-US" sz="2000" dirty="0">
                <a:latin typeface="Times New Roman" panose="02020603050405020304" pitchFamily="18" charset="0"/>
                <a:cs typeface="Times New Roman" panose="02020603050405020304" pitchFamily="18" charset="0"/>
              </a:rPr>
              <a:t>. and </a:t>
            </a:r>
            <a:r>
              <a:rPr lang="en-IN" altLang="en-US" sz="2000" dirty="0" err="1">
                <a:latin typeface="Times New Roman" panose="02020603050405020304" pitchFamily="18" charset="0"/>
                <a:cs typeface="Times New Roman" panose="02020603050405020304" pitchFamily="18" charset="0"/>
              </a:rPr>
              <a:t>O’brochta,D.A</a:t>
            </a:r>
            <a:r>
              <a:rPr lang="en-IN" altLang="en-US" sz="2000" dirty="0">
                <a:latin typeface="Times New Roman" panose="02020603050405020304" pitchFamily="18" charset="0"/>
                <a:cs typeface="Times New Roman" panose="02020603050405020304" pitchFamily="18" charset="0"/>
              </a:rPr>
              <a:t>. (2015) Advanced technologies for genetically manipulating the silkworm Bombyx mori, a model Lepidopteran insect. Proc. R. Soc. B, 282, 20150487.</a:t>
            </a:r>
          </a:p>
          <a:p>
            <a:pPr>
              <a:buFont typeface="Arial" panose="020B0604020202020204" pitchFamily="34" charset="0"/>
              <a:buNone/>
            </a:pPr>
            <a:r>
              <a:rPr lang="en-IN" altLang="en-US" sz="2000" dirty="0" err="1">
                <a:latin typeface="Times New Roman" panose="02020603050405020304" pitchFamily="18" charset="0"/>
                <a:cs typeface="Times New Roman" panose="02020603050405020304" pitchFamily="18" charset="0"/>
              </a:rPr>
              <a:t>Putri,S.P</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Yamamoto,S</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Tsugawa,H</a:t>
            </a:r>
            <a:r>
              <a:rPr lang="en-IN" altLang="en-US" sz="2000" dirty="0">
                <a:latin typeface="Times New Roman" panose="02020603050405020304" pitchFamily="18" charset="0"/>
                <a:cs typeface="Times New Roman" panose="02020603050405020304" pitchFamily="18" charset="0"/>
              </a:rPr>
              <a:t>. et al. (2013) Current metabolomics: technological advances. J. </a:t>
            </a:r>
            <a:r>
              <a:rPr lang="en-IN" altLang="en-US" sz="2000" dirty="0" err="1">
                <a:latin typeface="Times New Roman" panose="02020603050405020304" pitchFamily="18" charset="0"/>
                <a:cs typeface="Times New Roman" panose="02020603050405020304" pitchFamily="18" charset="0"/>
              </a:rPr>
              <a:t>Biosci</a:t>
            </a:r>
            <a:r>
              <a:rPr lang="en-IN" altLang="en-US" sz="2000" dirty="0">
                <a:latin typeface="Times New Roman" panose="02020603050405020304" pitchFamily="18" charset="0"/>
                <a:cs typeface="Times New Roman" panose="02020603050405020304" pitchFamily="18" charset="0"/>
              </a:rPr>
              <a:t>. </a:t>
            </a:r>
            <a:r>
              <a:rPr lang="en-IN" altLang="en-US" sz="2000" dirty="0" err="1">
                <a:latin typeface="Times New Roman" panose="02020603050405020304" pitchFamily="18" charset="0"/>
                <a:cs typeface="Times New Roman" panose="02020603050405020304" pitchFamily="18" charset="0"/>
              </a:rPr>
              <a:t>Bioeng</a:t>
            </a:r>
            <a:r>
              <a:rPr lang="en-IN" altLang="en-US" sz="2000" dirty="0">
                <a:latin typeface="Times New Roman" panose="02020603050405020304" pitchFamily="18" charset="0"/>
                <a:cs typeface="Times New Roman" panose="02020603050405020304" pitchFamily="18" charset="0"/>
              </a:rPr>
              <a:t>., 116, 9–16</a:t>
            </a:r>
          </a:p>
          <a:p>
            <a:pPr>
              <a:buFont typeface="Arial" panose="020B0604020202020204" pitchFamily="34" charset="0"/>
              <a:buNone/>
            </a:pPr>
            <a:r>
              <a:rPr lang="en-US" altLang="en-US" sz="2000" dirty="0">
                <a:latin typeface="Times New Roman" panose="02020603050405020304" pitchFamily="18" charset="0"/>
                <a:cs typeface="Times New Roman" panose="02020603050405020304" pitchFamily="18" charset="0"/>
              </a:rPr>
              <a:t>. </a:t>
            </a:r>
            <a:r>
              <a:rPr lang="en-US" altLang="en-US" sz="2000" dirty="0" err="1">
                <a:latin typeface="Times New Roman" panose="02020603050405020304" pitchFamily="18" charset="0"/>
                <a:cs typeface="Times New Roman" panose="02020603050405020304" pitchFamily="18" charset="0"/>
              </a:rPr>
              <a:t>Knief,C</a:t>
            </a:r>
            <a:r>
              <a:rPr lang="en-US" altLang="en-US" sz="2000" dirty="0">
                <a:latin typeface="Times New Roman" panose="02020603050405020304" pitchFamily="18" charset="0"/>
                <a:cs typeface="Times New Roman" panose="02020603050405020304" pitchFamily="18" charset="0"/>
              </a:rPr>
              <a:t>. (2014) Analysis of plant microbe interactions in the era of next generation sequencing technologies. Front. Plant Sci., 5, 216</a:t>
            </a:r>
          </a:p>
          <a:p>
            <a:pPr>
              <a:buFont typeface="Arial" panose="020B0604020202020204" pitchFamily="34" charset="0"/>
              <a:buNone/>
            </a:pPr>
            <a:endParaRPr lang="en-US" altLang="en-US" sz="2000" dirty="0">
              <a:latin typeface="Times New Roman" panose="02020603050405020304" pitchFamily="18" charset="0"/>
              <a:cs typeface="Times New Roman" panose="02020603050405020304" pitchFamily="18" charset="0"/>
            </a:endParaRPr>
          </a:p>
        </p:txBody>
      </p:sp>
      <p:sp>
        <p:nvSpPr>
          <p:cNvPr id="24580" name="Rectangle 3">
            <a:extLst>
              <a:ext uri="{FF2B5EF4-FFF2-40B4-BE49-F238E27FC236}">
                <a16:creationId xmlns:a16="http://schemas.microsoft.com/office/drawing/2014/main" id="{6D2947C0-44FE-1577-04FF-A8B3F221E0A2}"/>
              </a:ext>
            </a:extLst>
          </p:cNvPr>
          <p:cNvSpPr>
            <a:spLocks noChangeArrowheads="1"/>
          </p:cNvSpPr>
          <p:nvPr/>
        </p:nvSpPr>
        <p:spPr bwMode="auto">
          <a:xfrm>
            <a:off x="3711575" y="269875"/>
            <a:ext cx="1849438" cy="52387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spcBef>
                <a:spcPct val="20000"/>
              </a:spcBef>
              <a:buFont typeface="Arial" panose="020B0604020202020204" pitchFamily="34" charset="0"/>
              <a:buChar char="•"/>
              <a:defRPr sz="3200">
                <a:solidFill>
                  <a:schemeClr val="tx1"/>
                </a:solidFill>
                <a:latin typeface="Calibri" panose="020F0502020204030204" pitchFamily="34" charset="0"/>
              </a:defRPr>
            </a:lvl1pPr>
            <a:lvl2pPr marL="742950" indent="-285750">
              <a:spcBef>
                <a:spcPct val="20000"/>
              </a:spcBef>
              <a:buFont typeface="Arial" panose="020B0604020202020204" pitchFamily="34" charset="0"/>
              <a:buChar char="–"/>
              <a:defRPr sz="2800">
                <a:solidFill>
                  <a:schemeClr val="tx1"/>
                </a:solidFill>
                <a:latin typeface="Calibri" panose="020F0502020204030204" pitchFamily="34" charset="0"/>
              </a:defRPr>
            </a:lvl2pPr>
            <a:lvl3pPr marL="1143000" indent="-228600">
              <a:spcBef>
                <a:spcPct val="20000"/>
              </a:spcBef>
              <a:buFont typeface="Arial" panose="020B0604020202020204" pitchFamily="34" charset="0"/>
              <a:buChar char="•"/>
              <a:defRPr sz="2400">
                <a:solidFill>
                  <a:schemeClr val="tx1"/>
                </a:solidFill>
                <a:latin typeface="Calibri" panose="020F0502020204030204" pitchFamily="34" charset="0"/>
              </a:defRPr>
            </a:lvl3pPr>
            <a:lvl4pPr marL="1600200" indent="-228600">
              <a:spcBef>
                <a:spcPct val="20000"/>
              </a:spcBef>
              <a:buFont typeface="Arial" panose="020B0604020202020204" pitchFamily="34" charset="0"/>
              <a:buChar char="–"/>
              <a:defRPr sz="2000">
                <a:solidFill>
                  <a:schemeClr val="tx1"/>
                </a:solidFill>
                <a:latin typeface="Calibri" panose="020F0502020204030204" pitchFamily="34" charset="0"/>
              </a:defRPr>
            </a:lvl4pPr>
            <a:lvl5pPr marL="2057400" indent="-228600">
              <a:spcBef>
                <a:spcPct val="20000"/>
              </a:spcBef>
              <a:buFont typeface="Arial" panose="020B0604020202020204" pitchFamily="34" charset="0"/>
              <a:buChar char="»"/>
              <a:defRPr sz="2000">
                <a:solidFill>
                  <a:schemeClr val="tx1"/>
                </a:solidFill>
                <a:latin typeface="Calibri" panose="020F0502020204030204" pitchFamily="34" charset="0"/>
              </a:defRPr>
            </a:lvl5pPr>
            <a:lvl6pPr marL="25146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6pPr>
            <a:lvl7pPr marL="29718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7pPr>
            <a:lvl8pPr marL="34290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8pPr>
            <a:lvl9pPr marL="3886200" indent="-228600" eaLnBrk="0" fontAlgn="base" hangingPunct="0">
              <a:spcBef>
                <a:spcPct val="20000"/>
              </a:spcBef>
              <a:spcAft>
                <a:spcPct val="0"/>
              </a:spcAft>
              <a:buFont typeface="Arial" panose="020B0604020202020204" pitchFamily="34" charset="0"/>
              <a:buChar char="»"/>
              <a:defRPr sz="2000">
                <a:solidFill>
                  <a:schemeClr val="tx1"/>
                </a:solidFill>
                <a:latin typeface="Calibri" panose="020F0502020204030204" pitchFamily="34" charset="0"/>
              </a:defRPr>
            </a:lvl9pPr>
          </a:lstStyle>
          <a:p>
            <a:pPr eaLnBrk="1" hangingPunct="1">
              <a:spcBef>
                <a:spcPct val="0"/>
              </a:spcBef>
              <a:buFontTx/>
              <a:buNone/>
            </a:pPr>
            <a:r>
              <a:rPr lang="en-US" altLang="en-US" sz="2800" b="1">
                <a:latin typeface="Times New Roman" panose="02020603050405020304" pitchFamily="18" charset="0"/>
                <a:cs typeface="Times New Roman" panose="02020603050405020304" pitchFamily="18" charset="0"/>
              </a:rPr>
              <a:t>References</a:t>
            </a:r>
            <a:endParaRPr lang="en-IN" altLang="en-US" sz="2800" b="1">
              <a:latin typeface="Times New Roman" panose="02020603050405020304" pitchFamily="18" charset="0"/>
              <a:cs typeface="Times New Roman" panose="02020603050405020304" pitchFamily="18" charset="0"/>
            </a:endParaRPr>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5602" name="Title 1">
            <a:extLst>
              <a:ext uri="{FF2B5EF4-FFF2-40B4-BE49-F238E27FC236}">
                <a16:creationId xmlns:a16="http://schemas.microsoft.com/office/drawing/2014/main" id="{719E2BA1-054B-5726-4685-F055ADD42B39}"/>
              </a:ext>
            </a:extLst>
          </p:cNvPr>
          <p:cNvSpPr>
            <a:spLocks noGrp="1"/>
          </p:cNvSpPr>
          <p:nvPr>
            <p:ph type="title"/>
          </p:nvPr>
        </p:nvSpPr>
        <p:spPr/>
        <p:txBody>
          <a:bodyPr/>
          <a:lstStyle/>
          <a:p>
            <a:r>
              <a:rPr lang="en-US" altLang="en-US" sz="2800" b="1">
                <a:latin typeface="Times New Roman" panose="02020603050405020304" pitchFamily="18" charset="0"/>
                <a:cs typeface="Times New Roman" panose="02020603050405020304" pitchFamily="18" charset="0"/>
              </a:rPr>
              <a:t>References</a:t>
            </a:r>
            <a:br>
              <a:rPr lang="en-IN" altLang="en-US" sz="2800" b="1">
                <a:latin typeface="Times New Roman" panose="02020603050405020304" pitchFamily="18" charset="0"/>
                <a:cs typeface="Times New Roman" panose="02020603050405020304" pitchFamily="18" charset="0"/>
              </a:rPr>
            </a:br>
            <a:endParaRPr lang="en-IN" altLang="en-US" sz="2800"/>
          </a:p>
        </p:txBody>
      </p:sp>
      <p:sp>
        <p:nvSpPr>
          <p:cNvPr id="25603" name="Content Placeholder 2">
            <a:extLst>
              <a:ext uri="{FF2B5EF4-FFF2-40B4-BE49-F238E27FC236}">
                <a16:creationId xmlns:a16="http://schemas.microsoft.com/office/drawing/2014/main" id="{480ED07E-CE74-9BC1-91DC-DCD27CA6B37C}"/>
              </a:ext>
            </a:extLst>
          </p:cNvPr>
          <p:cNvSpPr>
            <a:spLocks noGrp="1"/>
          </p:cNvSpPr>
          <p:nvPr>
            <p:ph idx="1"/>
          </p:nvPr>
        </p:nvSpPr>
        <p:spPr>
          <a:xfrm>
            <a:off x="457200" y="1165225"/>
            <a:ext cx="8229600" cy="4525963"/>
          </a:xfrm>
        </p:spPr>
        <p:txBody>
          <a:bodyPr/>
          <a:lstStyle/>
          <a:p>
            <a:pPr>
              <a:spcBef>
                <a:spcPct val="0"/>
              </a:spcBef>
              <a:buFont typeface="Arial" panose="020B0604020202020204" pitchFamily="34" charset="0"/>
              <a:buNone/>
            </a:pPr>
            <a:r>
              <a:rPr lang="en-US" altLang="en-US" sz="2000">
                <a:latin typeface="Times New Roman" panose="02020603050405020304" pitchFamily="18" charset="0"/>
                <a:cs typeface="Times New Roman" panose="02020603050405020304" pitchFamily="18" charset="0"/>
              </a:rPr>
              <a:t>3..CSB (1994), Manual of satellite remote sensing applications for sericulture development, Central Silk Board, Bangalore. FAO (1976). A Framework for Land Evaluation. Soil Bulletin, 32. Food and Agriculture Organization. United Nations. Rome, Italy.</a:t>
            </a:r>
          </a:p>
          <a:p>
            <a:pPr>
              <a:spcBef>
                <a:spcPct val="0"/>
              </a:spcBef>
              <a:buFont typeface="Arial" panose="020B0604020202020204" pitchFamily="34" charset="0"/>
              <a:buNone/>
            </a:pPr>
            <a:r>
              <a:rPr lang="en-IN" altLang="en-US" sz="2000">
                <a:latin typeface="Times New Roman" panose="02020603050405020304" pitchFamily="18" charset="0"/>
                <a:cs typeface="Times New Roman" panose="02020603050405020304" pitchFamily="18" charset="0"/>
              </a:rPr>
              <a:t>NRSC (2006), Manual- National Land Use Land Cover mapping using multi-temporal satellite data, Land Use Division, National Remote Sensing Agency, Hyderabad. </a:t>
            </a:r>
          </a:p>
          <a:p>
            <a:pPr>
              <a:spcBef>
                <a:spcPct val="0"/>
              </a:spcBef>
              <a:buFont typeface="Arial" panose="020B0604020202020204" pitchFamily="34" charset="0"/>
              <a:buNone/>
            </a:pPr>
            <a:r>
              <a:rPr lang="en-IN" altLang="en-US" sz="2000">
                <a:latin typeface="Times New Roman" panose="02020603050405020304" pitchFamily="18" charset="0"/>
                <a:cs typeface="Times New Roman" panose="02020603050405020304" pitchFamily="18" charset="0"/>
              </a:rPr>
              <a:t>NRSC (2011), Wasteland Atlas of India, National Remote Sensing Agency, Hyderabad. </a:t>
            </a:r>
          </a:p>
          <a:p>
            <a:pPr>
              <a:spcBef>
                <a:spcPct val="0"/>
              </a:spcBef>
              <a:buFontTx/>
              <a:buNone/>
            </a:pPr>
            <a:r>
              <a:rPr lang="en-IN" altLang="en-US" sz="2000">
                <a:latin typeface="Times New Roman" panose="02020603050405020304" pitchFamily="18" charset="0"/>
                <a:cs typeface="Times New Roman" panose="02020603050405020304" pitchFamily="18" charset="0"/>
              </a:rPr>
              <a:t>Patel, N.R., Mandal, U.K. and Pande, L.M. (2000), Agro-ecological Zoning system. A Remote Sensing and GIS Perspective. Journal of Agrometeorology, 2(1), 1-13</a:t>
            </a:r>
            <a:endParaRPr lang="en-IN" altLang="en-US" sz="2000" b="1">
              <a:latin typeface="Times New Roman" panose="02020603050405020304" pitchFamily="18" charset="0"/>
              <a:cs typeface="Times New Roman" panose="02020603050405020304" pitchFamily="18" charset="0"/>
            </a:endParaRPr>
          </a:p>
          <a:p>
            <a:pPr>
              <a:spcBef>
                <a:spcPct val="0"/>
              </a:spcBef>
              <a:buFont typeface="Arial" panose="020B0604020202020204" pitchFamily="34" charset="0"/>
              <a:buNone/>
            </a:pPr>
            <a:endParaRPr lang="en-IN" altLang="en-US" sz="2000"/>
          </a:p>
          <a:p>
            <a:endParaRPr lang="en-IN" altLang="en-US" sz="2000"/>
          </a:p>
        </p:txBody>
      </p:sp>
      <p:sp>
        <p:nvSpPr>
          <p:cNvPr id="25604" name="Slide Number Placeholder 3">
            <a:extLst>
              <a:ext uri="{FF2B5EF4-FFF2-40B4-BE49-F238E27FC236}">
                <a16:creationId xmlns:a16="http://schemas.microsoft.com/office/drawing/2014/main" id="{BC34EA90-016E-EA06-EA8E-0572E11BB0F7}"/>
              </a:ext>
            </a:extLst>
          </p:cNvPr>
          <p:cNvSpPr>
            <a:spLocks noGrp="1" noChangeArrowheads="1"/>
          </p:cNvSpPr>
          <p:nvPr>
            <p:ph type="sldNum" sz="quarter" idx="12"/>
          </p:nvPr>
        </p:nvSpPr>
        <p:spPr bwMode="auto">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a:solidFill>
                  <a:schemeClr val="tx1"/>
                </a:solidFill>
                <a:latin typeface="Calibri" panose="020F0502020204030204" pitchFamily="34" charset="0"/>
                <a:cs typeface="Arial" panose="020B0604020202020204" pitchFamily="34" charset="0"/>
              </a:defRPr>
            </a:lvl1pPr>
            <a:lvl2pPr marL="742950" indent="-285750">
              <a:defRPr>
                <a:solidFill>
                  <a:schemeClr val="tx1"/>
                </a:solidFill>
                <a:latin typeface="Calibri" panose="020F0502020204030204" pitchFamily="34" charset="0"/>
                <a:cs typeface="Arial" panose="020B0604020202020204" pitchFamily="34" charset="0"/>
              </a:defRPr>
            </a:lvl2pPr>
            <a:lvl3pPr marL="1143000" indent="-228600">
              <a:defRPr>
                <a:solidFill>
                  <a:schemeClr val="tx1"/>
                </a:solidFill>
                <a:latin typeface="Calibri" panose="020F0502020204030204" pitchFamily="34" charset="0"/>
                <a:cs typeface="Arial" panose="020B0604020202020204" pitchFamily="34" charset="0"/>
              </a:defRPr>
            </a:lvl3pPr>
            <a:lvl4pPr marL="1600200" indent="-228600">
              <a:defRPr>
                <a:solidFill>
                  <a:schemeClr val="tx1"/>
                </a:solidFill>
                <a:latin typeface="Calibri" panose="020F0502020204030204" pitchFamily="34" charset="0"/>
                <a:cs typeface="Arial" panose="020B0604020202020204" pitchFamily="34" charset="0"/>
              </a:defRPr>
            </a:lvl4pPr>
            <a:lvl5pPr marL="2057400" indent="-228600">
              <a:defRPr>
                <a:solidFill>
                  <a:schemeClr val="tx1"/>
                </a:solidFill>
                <a:latin typeface="Calibri" panose="020F0502020204030204" pitchFamily="34" charset="0"/>
                <a:cs typeface="Arial" panose="020B0604020202020204" pitchFamily="34" charset="0"/>
              </a:defRPr>
            </a:lvl5pPr>
            <a:lvl6pPr marL="25146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6pPr>
            <a:lvl7pPr marL="29718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7pPr>
            <a:lvl8pPr marL="34290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8pPr>
            <a:lvl9pPr marL="3886200" indent="-228600" eaLnBrk="0" fontAlgn="base" hangingPunct="0">
              <a:spcBef>
                <a:spcPct val="0"/>
              </a:spcBef>
              <a:spcAft>
                <a:spcPct val="0"/>
              </a:spcAft>
              <a:defRPr>
                <a:solidFill>
                  <a:schemeClr val="tx1"/>
                </a:solidFill>
                <a:latin typeface="Calibri" panose="020F0502020204030204" pitchFamily="34" charset="0"/>
                <a:cs typeface="Arial" panose="020B0604020202020204" pitchFamily="34" charset="0"/>
              </a:defRPr>
            </a:lvl9pPr>
          </a:lstStyle>
          <a:p>
            <a:fld id="{F8AC317C-34B6-41BC-AA46-AE2DA1AD22C1}" type="slidenum">
              <a:rPr lang="en-IN" altLang="en-US" smtClean="0">
                <a:solidFill>
                  <a:srgbClr val="898989"/>
                </a:solidFill>
              </a:rPr>
              <a:pPr/>
              <a:t>28</a:t>
            </a:fld>
            <a:endParaRPr lang="en-IN" altLang="en-US">
              <a:solidFill>
                <a:srgbClr val="898989"/>
              </a:solidFill>
            </a:endParaRP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2.xml><?xml version="1.0" encoding="utf-8"?>
<a:theme xmlns:a="http://schemas.openxmlformats.org/drawingml/2006/main" name="1_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Executive</Template>
  <TotalTime>1236</TotalTime>
  <Words>1789</Words>
  <Application>Microsoft Office PowerPoint</Application>
  <PresentationFormat>On-screen Show (4:3)</PresentationFormat>
  <Paragraphs>252</Paragraphs>
  <Slides>28</Slides>
  <Notes>0</Notes>
  <HiddenSlides>0</HiddenSlides>
  <MMClips>0</MMClips>
  <ScaleCrop>false</ScaleCrop>
  <HeadingPairs>
    <vt:vector size="6" baseType="variant">
      <vt:variant>
        <vt:lpstr>Fonts Used</vt:lpstr>
      </vt:variant>
      <vt:variant>
        <vt:i4>4</vt:i4>
      </vt:variant>
      <vt:variant>
        <vt:lpstr>Theme</vt:lpstr>
      </vt:variant>
      <vt:variant>
        <vt:i4>2</vt:i4>
      </vt:variant>
      <vt:variant>
        <vt:lpstr>Slide Titles</vt:lpstr>
      </vt:variant>
      <vt:variant>
        <vt:i4>28</vt:i4>
      </vt:variant>
    </vt:vector>
  </HeadingPairs>
  <TitlesOfParts>
    <vt:vector size="34" baseType="lpstr">
      <vt:lpstr>Arial</vt:lpstr>
      <vt:lpstr>Calibri</vt:lpstr>
      <vt:lpstr>Times New Roman</vt:lpstr>
      <vt:lpstr>Wingdings</vt:lpstr>
      <vt:lpstr>Office Theme</vt:lpstr>
      <vt:lpstr>1_Office Theme</vt:lpstr>
      <vt:lpstr>Capstone Project – I:  Review – 2 on To develop a portal for silk farming information</vt:lpstr>
      <vt:lpstr>Incorporation of suggestion by review panel in Review-1 </vt:lpstr>
      <vt:lpstr>CONTENTS</vt:lpstr>
      <vt:lpstr>PowerPoint Presentation</vt:lpstr>
      <vt:lpstr>Gantt Chart</vt:lpstr>
      <vt:lpstr>PowerPoint Presentation</vt:lpstr>
      <vt:lpstr>PowerPoint Presentation</vt:lpstr>
      <vt:lpstr>PowerPoint Presentation</vt:lpstr>
      <vt:lpstr>PowerPoint Presentation</vt:lpstr>
      <vt:lpstr>Problem Statement</vt:lpstr>
      <vt:lpstr>Objectives</vt:lpstr>
      <vt:lpstr>Requirement Analysis</vt:lpstr>
      <vt:lpstr>Identification of tools/technology/algorithms</vt:lpstr>
      <vt:lpstr>Final Design Strategy</vt:lpstr>
      <vt:lpstr>Status of Implementation</vt:lpstr>
      <vt:lpstr>Status of Implementation</vt:lpstr>
      <vt:lpstr>Status of Implementation</vt:lpstr>
      <vt:lpstr>Status of Implementation</vt:lpstr>
      <vt:lpstr>Status of Implementation</vt:lpstr>
      <vt:lpstr>Status of Implementation</vt:lpstr>
      <vt:lpstr>Status of Implementation</vt:lpstr>
      <vt:lpstr>PowerPoint Presentation</vt:lpstr>
      <vt:lpstr>Result </vt:lpstr>
      <vt:lpstr>Conclusion</vt:lpstr>
      <vt:lpstr>PowerPoint Presentation</vt:lpstr>
      <vt:lpstr>PowerPoint Presentation</vt:lpstr>
      <vt:lpstr>PowerPoint Presentation</vt:lpstr>
      <vt:lpstr>References </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Hp</dc:creator>
  <cp:lastModifiedBy>MANJUNATH V N</cp:lastModifiedBy>
  <cp:revision>72</cp:revision>
  <dcterms:created xsi:type="dcterms:W3CDTF">2024-09-06T03:49:57Z</dcterms:created>
  <dcterms:modified xsi:type="dcterms:W3CDTF">2025-03-11T08:05:03Z</dcterms:modified>
</cp:coreProperties>
</file>