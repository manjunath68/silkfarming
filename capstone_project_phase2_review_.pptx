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 id="2147483696" r:id="rId3"/>
  </p:sldMasterIdLst>
  <p:notesMasterIdLst>
    <p:notesMasterId r:id="rId25"/>
  </p:notesMasterIdLst>
  <p:sldIdLst>
    <p:sldId id="266" r:id="rId4"/>
    <p:sldId id="267" r:id="rId5"/>
    <p:sldId id="259" r:id="rId6"/>
    <p:sldId id="260" r:id="rId7"/>
    <p:sldId id="262" r:id="rId8"/>
    <p:sldId id="263" r:id="rId9"/>
    <p:sldId id="273" r:id="rId10"/>
    <p:sldId id="277" r:id="rId11"/>
    <p:sldId id="279" r:id="rId12"/>
    <p:sldId id="281" r:id="rId13"/>
    <p:sldId id="283" r:id="rId14"/>
    <p:sldId id="285" r:id="rId15"/>
    <p:sldId id="291" r:id="rId16"/>
    <p:sldId id="294" r:id="rId17"/>
    <p:sldId id="295" r:id="rId18"/>
    <p:sldId id="296" r:id="rId19"/>
    <p:sldId id="300" r:id="rId20"/>
    <p:sldId id="287" r:id="rId21"/>
    <p:sldId id="299" r:id="rId22"/>
    <p:sldId id="270" r:id="rId23"/>
    <p:sldId id="301" r:id="rId2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p:cViewPr varScale="1">
        <p:scale>
          <a:sx n="111" d="100"/>
          <a:sy n="111" d="100"/>
        </p:scale>
        <p:origin x="1572"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939845-FB1F-FDFC-3029-6470132F025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561C2A87-4218-906F-D9EC-C565B05A23B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ECED6DD-E2E2-4D62-A117-326C60B15C9F}" type="datetimeFigureOut">
              <a:rPr lang="en-IN"/>
              <a:pPr>
                <a:defRPr/>
              </a:pPr>
              <a:t>08-01-2025</a:t>
            </a:fld>
            <a:endParaRPr lang="en-IN"/>
          </a:p>
        </p:txBody>
      </p:sp>
      <p:sp>
        <p:nvSpPr>
          <p:cNvPr id="4" name="Slide Image Placeholder 3">
            <a:extLst>
              <a:ext uri="{FF2B5EF4-FFF2-40B4-BE49-F238E27FC236}">
                <a16:creationId xmlns:a16="http://schemas.microsoft.com/office/drawing/2014/main" id="{A4BC5566-E2B6-D789-5320-EB45E302F62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36BAD033-7A5D-9099-8B10-B11189B770D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D3C1B975-921D-0237-02C1-F09082DB6A0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63BEF97B-E7CB-4B67-1DD4-7C19EEB722E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805602E-756F-474C-AE9B-4F8E26478C36}"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BEF214-A45C-DAD8-BA3C-E7BE30D842D1}"/>
              </a:ext>
            </a:extLst>
          </p:cNvPr>
          <p:cNvSpPr>
            <a:spLocks noGrp="1"/>
          </p:cNvSpPr>
          <p:nvPr>
            <p:ph type="dt" sz="half" idx="10"/>
          </p:nvPr>
        </p:nvSpPr>
        <p:spPr/>
        <p:txBody>
          <a:bodyPr/>
          <a:lstStyle>
            <a:lvl1pPr>
              <a:defRPr/>
            </a:lvl1pPr>
          </a:lstStyle>
          <a:p>
            <a:pPr>
              <a:defRPr/>
            </a:pPr>
            <a:fld id="{4FE1116D-7179-4FBB-AEED-FA2437B29474}" type="datetime1">
              <a:rPr lang="en-IN"/>
              <a:pPr>
                <a:defRPr/>
              </a:pPr>
              <a:t>08-01-2025</a:t>
            </a:fld>
            <a:endParaRPr lang="en-IN"/>
          </a:p>
        </p:txBody>
      </p:sp>
      <p:sp>
        <p:nvSpPr>
          <p:cNvPr id="5" name="Footer Placeholder 4">
            <a:extLst>
              <a:ext uri="{FF2B5EF4-FFF2-40B4-BE49-F238E27FC236}">
                <a16:creationId xmlns:a16="http://schemas.microsoft.com/office/drawing/2014/main" id="{B0B62237-19E1-16F7-963B-ADD2EB7A3DE3}"/>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382B00DF-3373-EC27-3390-21082C97E167}"/>
              </a:ext>
            </a:extLst>
          </p:cNvPr>
          <p:cNvSpPr>
            <a:spLocks noGrp="1"/>
          </p:cNvSpPr>
          <p:nvPr>
            <p:ph type="sldNum" sz="quarter" idx="12"/>
          </p:nvPr>
        </p:nvSpPr>
        <p:spPr/>
        <p:txBody>
          <a:bodyPr/>
          <a:lstStyle>
            <a:lvl1pPr>
              <a:defRPr/>
            </a:lvl1pPr>
          </a:lstStyle>
          <a:p>
            <a:pPr>
              <a:defRPr/>
            </a:pPr>
            <a:fld id="{20BBB34B-08CE-4AE6-AF2E-5331437AB9D1}" type="slidenum">
              <a:rPr lang="en-IN" altLang="en-US"/>
              <a:pPr>
                <a:defRPr/>
              </a:pPr>
              <a:t>‹#›</a:t>
            </a:fld>
            <a:endParaRPr lang="en-IN" altLang="en-US"/>
          </a:p>
        </p:txBody>
      </p:sp>
    </p:spTree>
    <p:extLst>
      <p:ext uri="{BB962C8B-B14F-4D97-AF65-F5344CB8AC3E}">
        <p14:creationId xmlns:p14="http://schemas.microsoft.com/office/powerpoint/2010/main" val="2753860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0A8901-0A7C-0006-F090-86F73C6DA5D6}"/>
              </a:ext>
            </a:extLst>
          </p:cNvPr>
          <p:cNvSpPr>
            <a:spLocks noGrp="1"/>
          </p:cNvSpPr>
          <p:nvPr>
            <p:ph type="dt" sz="half" idx="10"/>
          </p:nvPr>
        </p:nvSpPr>
        <p:spPr/>
        <p:txBody>
          <a:bodyPr/>
          <a:lstStyle>
            <a:lvl1pPr>
              <a:defRPr/>
            </a:lvl1pPr>
          </a:lstStyle>
          <a:p>
            <a:pPr>
              <a:defRPr/>
            </a:pPr>
            <a:fld id="{E3D6A0EB-8C39-4CAB-BF92-4289027D2314}" type="datetime1">
              <a:rPr lang="en-IN"/>
              <a:pPr>
                <a:defRPr/>
              </a:pPr>
              <a:t>08-01-2025</a:t>
            </a:fld>
            <a:endParaRPr lang="en-IN"/>
          </a:p>
        </p:txBody>
      </p:sp>
      <p:sp>
        <p:nvSpPr>
          <p:cNvPr id="5" name="Footer Placeholder 4">
            <a:extLst>
              <a:ext uri="{FF2B5EF4-FFF2-40B4-BE49-F238E27FC236}">
                <a16:creationId xmlns:a16="http://schemas.microsoft.com/office/drawing/2014/main" id="{A42391DA-009B-DCBF-605E-FA03BA602A59}"/>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015D632-4C6B-F90A-66F1-AF0757124DD5}"/>
              </a:ext>
            </a:extLst>
          </p:cNvPr>
          <p:cNvSpPr>
            <a:spLocks noGrp="1"/>
          </p:cNvSpPr>
          <p:nvPr>
            <p:ph type="sldNum" sz="quarter" idx="12"/>
          </p:nvPr>
        </p:nvSpPr>
        <p:spPr/>
        <p:txBody>
          <a:bodyPr/>
          <a:lstStyle>
            <a:lvl1pPr>
              <a:defRPr/>
            </a:lvl1pPr>
          </a:lstStyle>
          <a:p>
            <a:pPr>
              <a:defRPr/>
            </a:pPr>
            <a:fld id="{BA20B4AC-6998-4EFE-8583-07CB98B2B55D}" type="slidenum">
              <a:rPr lang="en-IN" altLang="en-US"/>
              <a:pPr>
                <a:defRPr/>
              </a:pPr>
              <a:t>‹#›</a:t>
            </a:fld>
            <a:endParaRPr lang="en-IN" altLang="en-US"/>
          </a:p>
        </p:txBody>
      </p:sp>
    </p:spTree>
    <p:extLst>
      <p:ext uri="{BB962C8B-B14F-4D97-AF65-F5344CB8AC3E}">
        <p14:creationId xmlns:p14="http://schemas.microsoft.com/office/powerpoint/2010/main" val="1325808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2F48B-B627-EE71-5253-496743DCE5DE}"/>
              </a:ext>
            </a:extLst>
          </p:cNvPr>
          <p:cNvSpPr>
            <a:spLocks noGrp="1"/>
          </p:cNvSpPr>
          <p:nvPr>
            <p:ph type="dt" sz="half" idx="10"/>
          </p:nvPr>
        </p:nvSpPr>
        <p:spPr/>
        <p:txBody>
          <a:bodyPr/>
          <a:lstStyle>
            <a:lvl1pPr>
              <a:defRPr/>
            </a:lvl1pPr>
          </a:lstStyle>
          <a:p>
            <a:pPr>
              <a:defRPr/>
            </a:pPr>
            <a:fld id="{1F956EB4-3398-40F6-981D-C98A70F514B0}" type="datetime1">
              <a:rPr lang="en-IN"/>
              <a:pPr>
                <a:defRPr/>
              </a:pPr>
              <a:t>08-01-2025</a:t>
            </a:fld>
            <a:endParaRPr lang="en-IN"/>
          </a:p>
        </p:txBody>
      </p:sp>
      <p:sp>
        <p:nvSpPr>
          <p:cNvPr id="5" name="Footer Placeholder 4">
            <a:extLst>
              <a:ext uri="{FF2B5EF4-FFF2-40B4-BE49-F238E27FC236}">
                <a16:creationId xmlns:a16="http://schemas.microsoft.com/office/drawing/2014/main" id="{2C59AF6A-22C4-F2AE-10DF-034C74E83828}"/>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AF2FF3D-A366-1CCF-E90B-25FE6C71CCEF}"/>
              </a:ext>
            </a:extLst>
          </p:cNvPr>
          <p:cNvSpPr>
            <a:spLocks noGrp="1"/>
          </p:cNvSpPr>
          <p:nvPr>
            <p:ph type="sldNum" sz="quarter" idx="12"/>
          </p:nvPr>
        </p:nvSpPr>
        <p:spPr/>
        <p:txBody>
          <a:bodyPr/>
          <a:lstStyle>
            <a:lvl1pPr>
              <a:defRPr/>
            </a:lvl1pPr>
          </a:lstStyle>
          <a:p>
            <a:pPr>
              <a:defRPr/>
            </a:pPr>
            <a:fld id="{54AE8EA6-1925-4931-B908-1B0F3A9BF6B9}" type="slidenum">
              <a:rPr lang="en-IN" altLang="en-US"/>
              <a:pPr>
                <a:defRPr/>
              </a:pPr>
              <a:t>‹#›</a:t>
            </a:fld>
            <a:endParaRPr lang="en-IN" altLang="en-US"/>
          </a:p>
        </p:txBody>
      </p:sp>
    </p:spTree>
    <p:extLst>
      <p:ext uri="{BB962C8B-B14F-4D97-AF65-F5344CB8AC3E}">
        <p14:creationId xmlns:p14="http://schemas.microsoft.com/office/powerpoint/2010/main" val="2737859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9B76147B-7F5C-C9EF-F09A-F5F373A55F3B}"/>
              </a:ext>
            </a:extLst>
          </p:cNvPr>
          <p:cNvSpPr>
            <a:spLocks noGrp="1"/>
          </p:cNvSpPr>
          <p:nvPr>
            <p:ph type="dt" sz="half" idx="10"/>
          </p:nvPr>
        </p:nvSpPr>
        <p:spPr/>
        <p:txBody>
          <a:bodyPr/>
          <a:lstStyle>
            <a:lvl1pPr>
              <a:defRPr/>
            </a:lvl1pPr>
          </a:lstStyle>
          <a:p>
            <a:pPr>
              <a:defRPr/>
            </a:pPr>
            <a:fld id="{3E859E45-98EE-4163-BF97-899E0D250C1B}" type="datetime1">
              <a:rPr lang="en-IN"/>
              <a:pPr>
                <a:defRPr/>
              </a:pPr>
              <a:t>08-01-2025</a:t>
            </a:fld>
            <a:endParaRPr lang="en-IN"/>
          </a:p>
        </p:txBody>
      </p:sp>
      <p:sp>
        <p:nvSpPr>
          <p:cNvPr id="6" name="Footer Placeholder 4">
            <a:extLst>
              <a:ext uri="{FF2B5EF4-FFF2-40B4-BE49-F238E27FC236}">
                <a16:creationId xmlns:a16="http://schemas.microsoft.com/office/drawing/2014/main" id="{7ADE6E79-A1A8-04C8-3F5C-AF043A29F1C6}"/>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67525889-4A6F-5BA1-5E58-3032C23EA4FC}"/>
              </a:ext>
            </a:extLst>
          </p:cNvPr>
          <p:cNvSpPr>
            <a:spLocks noGrp="1"/>
          </p:cNvSpPr>
          <p:nvPr>
            <p:ph type="sldNum" sz="quarter" idx="12"/>
          </p:nvPr>
        </p:nvSpPr>
        <p:spPr/>
        <p:txBody>
          <a:bodyPr/>
          <a:lstStyle>
            <a:lvl1pPr>
              <a:defRPr/>
            </a:lvl1pPr>
          </a:lstStyle>
          <a:p>
            <a:pPr>
              <a:defRPr/>
            </a:pPr>
            <a:fld id="{E8636285-76A7-4AC0-99C2-9C2424D70C10}" type="slidenum">
              <a:rPr lang="en-IN" altLang="en-US"/>
              <a:pPr>
                <a:defRPr/>
              </a:pPr>
              <a:t>‹#›</a:t>
            </a:fld>
            <a:endParaRPr lang="en-IN" altLang="en-US"/>
          </a:p>
        </p:txBody>
      </p:sp>
    </p:spTree>
    <p:extLst>
      <p:ext uri="{BB962C8B-B14F-4D97-AF65-F5344CB8AC3E}">
        <p14:creationId xmlns:p14="http://schemas.microsoft.com/office/powerpoint/2010/main" val="2933754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0C8B95A3-5A42-47B7-2EC2-71C18A566FE5}"/>
              </a:ext>
            </a:extLst>
          </p:cNvPr>
          <p:cNvSpPr>
            <a:spLocks noGrp="1"/>
          </p:cNvSpPr>
          <p:nvPr>
            <p:ph type="dt" sz="half" idx="10"/>
          </p:nvPr>
        </p:nvSpPr>
        <p:spPr/>
        <p:txBody>
          <a:bodyPr/>
          <a:lstStyle>
            <a:lvl1pPr>
              <a:defRPr/>
            </a:lvl1pPr>
          </a:lstStyle>
          <a:p>
            <a:pPr>
              <a:defRPr/>
            </a:pPr>
            <a:fld id="{45F7EAF3-D96D-4BE0-BCEA-BE07B0F1A0C8}" type="datetime1">
              <a:rPr lang="en-IN"/>
              <a:pPr>
                <a:defRPr/>
              </a:pPr>
              <a:t>08-01-2025</a:t>
            </a:fld>
            <a:endParaRPr lang="en-IN"/>
          </a:p>
        </p:txBody>
      </p:sp>
      <p:sp>
        <p:nvSpPr>
          <p:cNvPr id="8" name="Footer Placeholder 4">
            <a:extLst>
              <a:ext uri="{FF2B5EF4-FFF2-40B4-BE49-F238E27FC236}">
                <a16:creationId xmlns:a16="http://schemas.microsoft.com/office/drawing/2014/main" id="{1ECEA952-60F7-1760-28B8-C36C82AAA1DF}"/>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EF4EAE04-54CA-C7F3-4792-158BB34D2AC8}"/>
              </a:ext>
            </a:extLst>
          </p:cNvPr>
          <p:cNvSpPr>
            <a:spLocks noGrp="1"/>
          </p:cNvSpPr>
          <p:nvPr>
            <p:ph type="sldNum" sz="quarter" idx="12"/>
          </p:nvPr>
        </p:nvSpPr>
        <p:spPr/>
        <p:txBody>
          <a:bodyPr/>
          <a:lstStyle>
            <a:lvl1pPr>
              <a:defRPr/>
            </a:lvl1pPr>
          </a:lstStyle>
          <a:p>
            <a:pPr>
              <a:defRPr/>
            </a:pPr>
            <a:fld id="{06267CCC-7CE3-4FDA-89DA-77BF2EC5B79F}" type="slidenum">
              <a:rPr lang="en-IN" altLang="en-US"/>
              <a:pPr>
                <a:defRPr/>
              </a:pPr>
              <a:t>‹#›</a:t>
            </a:fld>
            <a:endParaRPr lang="en-IN" altLang="en-US"/>
          </a:p>
        </p:txBody>
      </p:sp>
    </p:spTree>
    <p:extLst>
      <p:ext uri="{BB962C8B-B14F-4D97-AF65-F5344CB8AC3E}">
        <p14:creationId xmlns:p14="http://schemas.microsoft.com/office/powerpoint/2010/main" val="255233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AE4B31A8-E6E3-0E99-8CB7-CEB8577712B5}"/>
              </a:ext>
            </a:extLst>
          </p:cNvPr>
          <p:cNvSpPr>
            <a:spLocks noGrp="1"/>
          </p:cNvSpPr>
          <p:nvPr>
            <p:ph type="dt" sz="half" idx="10"/>
          </p:nvPr>
        </p:nvSpPr>
        <p:spPr/>
        <p:txBody>
          <a:bodyPr/>
          <a:lstStyle>
            <a:lvl1pPr>
              <a:defRPr/>
            </a:lvl1pPr>
          </a:lstStyle>
          <a:p>
            <a:pPr>
              <a:defRPr/>
            </a:pPr>
            <a:fld id="{2C61DB76-7B0A-4C82-B581-447D7EF143ED}" type="datetime1">
              <a:rPr lang="en-IN"/>
              <a:pPr>
                <a:defRPr/>
              </a:pPr>
              <a:t>08-01-2025</a:t>
            </a:fld>
            <a:endParaRPr lang="en-IN"/>
          </a:p>
        </p:txBody>
      </p:sp>
      <p:sp>
        <p:nvSpPr>
          <p:cNvPr id="4" name="Footer Placeholder 4">
            <a:extLst>
              <a:ext uri="{FF2B5EF4-FFF2-40B4-BE49-F238E27FC236}">
                <a16:creationId xmlns:a16="http://schemas.microsoft.com/office/drawing/2014/main" id="{22F5A99E-E1AE-2FA5-4012-F06E674B7B95}"/>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B0185EE8-ECC2-E7BF-9BA4-785F78A92A04}"/>
              </a:ext>
            </a:extLst>
          </p:cNvPr>
          <p:cNvSpPr>
            <a:spLocks noGrp="1"/>
          </p:cNvSpPr>
          <p:nvPr>
            <p:ph type="sldNum" sz="quarter" idx="12"/>
          </p:nvPr>
        </p:nvSpPr>
        <p:spPr/>
        <p:txBody>
          <a:bodyPr/>
          <a:lstStyle>
            <a:lvl1pPr>
              <a:defRPr/>
            </a:lvl1pPr>
          </a:lstStyle>
          <a:p>
            <a:pPr>
              <a:defRPr/>
            </a:pPr>
            <a:fld id="{EC40828B-5CCD-4841-84E0-F22CE650FD1E}" type="slidenum">
              <a:rPr lang="en-IN" altLang="en-US"/>
              <a:pPr>
                <a:defRPr/>
              </a:pPr>
              <a:t>‹#›</a:t>
            </a:fld>
            <a:endParaRPr lang="en-IN" altLang="en-US"/>
          </a:p>
        </p:txBody>
      </p:sp>
    </p:spTree>
    <p:extLst>
      <p:ext uri="{BB962C8B-B14F-4D97-AF65-F5344CB8AC3E}">
        <p14:creationId xmlns:p14="http://schemas.microsoft.com/office/powerpoint/2010/main" val="2448594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BC2B192-FC52-EC26-7CE9-21FEEF6C1F84}"/>
              </a:ext>
            </a:extLst>
          </p:cNvPr>
          <p:cNvSpPr>
            <a:spLocks noGrp="1"/>
          </p:cNvSpPr>
          <p:nvPr>
            <p:ph type="dt" sz="half" idx="10"/>
          </p:nvPr>
        </p:nvSpPr>
        <p:spPr/>
        <p:txBody>
          <a:bodyPr/>
          <a:lstStyle>
            <a:lvl1pPr>
              <a:defRPr/>
            </a:lvl1pPr>
          </a:lstStyle>
          <a:p>
            <a:pPr>
              <a:defRPr/>
            </a:pPr>
            <a:fld id="{08A7DDFC-51A3-405E-81C6-86AAB84FAA16}" type="datetime1">
              <a:rPr lang="en-IN"/>
              <a:pPr>
                <a:defRPr/>
              </a:pPr>
              <a:t>08-01-2025</a:t>
            </a:fld>
            <a:endParaRPr lang="en-IN"/>
          </a:p>
        </p:txBody>
      </p:sp>
      <p:sp>
        <p:nvSpPr>
          <p:cNvPr id="3" name="Footer Placeholder 4">
            <a:extLst>
              <a:ext uri="{FF2B5EF4-FFF2-40B4-BE49-F238E27FC236}">
                <a16:creationId xmlns:a16="http://schemas.microsoft.com/office/drawing/2014/main" id="{39DF25F9-8BBA-F715-A968-9D8AEA34FD77}"/>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DF2D8F46-4A50-50AE-C905-79B49CAA14E7}"/>
              </a:ext>
            </a:extLst>
          </p:cNvPr>
          <p:cNvSpPr>
            <a:spLocks noGrp="1"/>
          </p:cNvSpPr>
          <p:nvPr>
            <p:ph type="sldNum" sz="quarter" idx="12"/>
          </p:nvPr>
        </p:nvSpPr>
        <p:spPr/>
        <p:txBody>
          <a:bodyPr/>
          <a:lstStyle>
            <a:lvl1pPr>
              <a:defRPr/>
            </a:lvl1pPr>
          </a:lstStyle>
          <a:p>
            <a:pPr>
              <a:defRPr/>
            </a:pPr>
            <a:fld id="{FD0E3CA1-DCB3-43F7-9E3A-2ABA9D51A396}" type="slidenum">
              <a:rPr lang="en-IN" altLang="en-US"/>
              <a:pPr>
                <a:defRPr/>
              </a:pPr>
              <a:t>‹#›</a:t>
            </a:fld>
            <a:endParaRPr lang="en-IN" altLang="en-US"/>
          </a:p>
        </p:txBody>
      </p:sp>
    </p:spTree>
    <p:extLst>
      <p:ext uri="{BB962C8B-B14F-4D97-AF65-F5344CB8AC3E}">
        <p14:creationId xmlns:p14="http://schemas.microsoft.com/office/powerpoint/2010/main" val="4034512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D609176-4EB2-6967-3FD7-2B4DEA1CC5B9}"/>
              </a:ext>
            </a:extLst>
          </p:cNvPr>
          <p:cNvSpPr>
            <a:spLocks noGrp="1"/>
          </p:cNvSpPr>
          <p:nvPr>
            <p:ph type="dt" sz="half" idx="10"/>
          </p:nvPr>
        </p:nvSpPr>
        <p:spPr/>
        <p:txBody>
          <a:bodyPr/>
          <a:lstStyle>
            <a:lvl1pPr>
              <a:defRPr/>
            </a:lvl1pPr>
          </a:lstStyle>
          <a:p>
            <a:pPr>
              <a:defRPr/>
            </a:pPr>
            <a:fld id="{CB47FBDA-B581-48AC-BAE3-4D94F3CDED52}" type="datetime1">
              <a:rPr lang="en-IN"/>
              <a:pPr>
                <a:defRPr/>
              </a:pPr>
              <a:t>08-01-2025</a:t>
            </a:fld>
            <a:endParaRPr lang="en-IN"/>
          </a:p>
        </p:txBody>
      </p:sp>
      <p:sp>
        <p:nvSpPr>
          <p:cNvPr id="6" name="Footer Placeholder 4">
            <a:extLst>
              <a:ext uri="{FF2B5EF4-FFF2-40B4-BE49-F238E27FC236}">
                <a16:creationId xmlns:a16="http://schemas.microsoft.com/office/drawing/2014/main" id="{09B8B705-9122-63D2-B77C-04F3F9999668}"/>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669B3330-1403-1C8E-1726-09854E9199DC}"/>
              </a:ext>
            </a:extLst>
          </p:cNvPr>
          <p:cNvSpPr>
            <a:spLocks noGrp="1"/>
          </p:cNvSpPr>
          <p:nvPr>
            <p:ph type="sldNum" sz="quarter" idx="12"/>
          </p:nvPr>
        </p:nvSpPr>
        <p:spPr/>
        <p:txBody>
          <a:bodyPr/>
          <a:lstStyle>
            <a:lvl1pPr>
              <a:defRPr/>
            </a:lvl1pPr>
          </a:lstStyle>
          <a:p>
            <a:pPr>
              <a:defRPr/>
            </a:pPr>
            <a:fld id="{85D9F0A8-0098-442E-A10B-FC138A336928}" type="slidenum">
              <a:rPr lang="en-IN" altLang="en-US"/>
              <a:pPr>
                <a:defRPr/>
              </a:pPr>
              <a:t>‹#›</a:t>
            </a:fld>
            <a:endParaRPr lang="en-IN" altLang="en-US"/>
          </a:p>
        </p:txBody>
      </p:sp>
    </p:spTree>
    <p:extLst>
      <p:ext uri="{BB962C8B-B14F-4D97-AF65-F5344CB8AC3E}">
        <p14:creationId xmlns:p14="http://schemas.microsoft.com/office/powerpoint/2010/main" val="3288382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C02B659-FD0B-3C7D-26A6-232DEBB6CF1A}"/>
              </a:ext>
            </a:extLst>
          </p:cNvPr>
          <p:cNvSpPr>
            <a:spLocks noGrp="1"/>
          </p:cNvSpPr>
          <p:nvPr>
            <p:ph type="dt" sz="half" idx="10"/>
          </p:nvPr>
        </p:nvSpPr>
        <p:spPr/>
        <p:txBody>
          <a:bodyPr/>
          <a:lstStyle>
            <a:lvl1pPr>
              <a:defRPr/>
            </a:lvl1pPr>
          </a:lstStyle>
          <a:p>
            <a:pPr>
              <a:defRPr/>
            </a:pPr>
            <a:fld id="{F64FA36E-0BA7-401D-B2F9-C3A613F84479}" type="datetime1">
              <a:rPr lang="en-IN"/>
              <a:pPr>
                <a:defRPr/>
              </a:pPr>
              <a:t>08-01-2025</a:t>
            </a:fld>
            <a:endParaRPr lang="en-IN"/>
          </a:p>
        </p:txBody>
      </p:sp>
      <p:sp>
        <p:nvSpPr>
          <p:cNvPr id="6" name="Footer Placeholder 4">
            <a:extLst>
              <a:ext uri="{FF2B5EF4-FFF2-40B4-BE49-F238E27FC236}">
                <a16:creationId xmlns:a16="http://schemas.microsoft.com/office/drawing/2014/main" id="{8B319654-C37E-24AA-D90C-0F44D4D06793}"/>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FF98E55F-55F5-9EFE-D24C-8BDABC200163}"/>
              </a:ext>
            </a:extLst>
          </p:cNvPr>
          <p:cNvSpPr>
            <a:spLocks noGrp="1"/>
          </p:cNvSpPr>
          <p:nvPr>
            <p:ph type="sldNum" sz="quarter" idx="12"/>
          </p:nvPr>
        </p:nvSpPr>
        <p:spPr/>
        <p:txBody>
          <a:bodyPr/>
          <a:lstStyle>
            <a:lvl1pPr>
              <a:defRPr/>
            </a:lvl1pPr>
          </a:lstStyle>
          <a:p>
            <a:pPr>
              <a:defRPr/>
            </a:pPr>
            <a:fld id="{9C05950F-E44A-4D03-AEE4-C78CE601A21F}" type="slidenum">
              <a:rPr lang="en-IN" altLang="en-US"/>
              <a:pPr>
                <a:defRPr/>
              </a:pPr>
              <a:t>‹#›</a:t>
            </a:fld>
            <a:endParaRPr lang="en-IN" altLang="en-US"/>
          </a:p>
        </p:txBody>
      </p:sp>
    </p:spTree>
    <p:extLst>
      <p:ext uri="{BB962C8B-B14F-4D97-AF65-F5344CB8AC3E}">
        <p14:creationId xmlns:p14="http://schemas.microsoft.com/office/powerpoint/2010/main" val="972326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D8CB3A-3909-6137-B4C6-92DB2FC469FC}"/>
              </a:ext>
            </a:extLst>
          </p:cNvPr>
          <p:cNvSpPr>
            <a:spLocks noGrp="1"/>
          </p:cNvSpPr>
          <p:nvPr>
            <p:ph type="dt" sz="half" idx="10"/>
          </p:nvPr>
        </p:nvSpPr>
        <p:spPr/>
        <p:txBody>
          <a:bodyPr/>
          <a:lstStyle>
            <a:lvl1pPr>
              <a:defRPr/>
            </a:lvl1pPr>
          </a:lstStyle>
          <a:p>
            <a:pPr>
              <a:defRPr/>
            </a:pPr>
            <a:fld id="{CF50DA1B-C8FA-4187-ABB0-33AD58590065}" type="datetime1">
              <a:rPr lang="en-IN"/>
              <a:pPr>
                <a:defRPr/>
              </a:pPr>
              <a:t>08-01-2025</a:t>
            </a:fld>
            <a:endParaRPr lang="en-IN"/>
          </a:p>
        </p:txBody>
      </p:sp>
      <p:sp>
        <p:nvSpPr>
          <p:cNvPr id="5" name="Footer Placeholder 4">
            <a:extLst>
              <a:ext uri="{FF2B5EF4-FFF2-40B4-BE49-F238E27FC236}">
                <a16:creationId xmlns:a16="http://schemas.microsoft.com/office/drawing/2014/main" id="{1A211D5C-A71D-7C55-EB5F-CEE18CEAC60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A02F6D2A-01FB-5D84-6120-57C63B269444}"/>
              </a:ext>
            </a:extLst>
          </p:cNvPr>
          <p:cNvSpPr>
            <a:spLocks noGrp="1"/>
          </p:cNvSpPr>
          <p:nvPr>
            <p:ph type="sldNum" sz="quarter" idx="12"/>
          </p:nvPr>
        </p:nvSpPr>
        <p:spPr/>
        <p:txBody>
          <a:bodyPr/>
          <a:lstStyle>
            <a:lvl1pPr>
              <a:defRPr/>
            </a:lvl1pPr>
          </a:lstStyle>
          <a:p>
            <a:pPr>
              <a:defRPr/>
            </a:pPr>
            <a:fld id="{0C72CB49-361C-40EF-8929-388A1AA2B513}" type="slidenum">
              <a:rPr lang="en-IN" altLang="en-US"/>
              <a:pPr>
                <a:defRPr/>
              </a:pPr>
              <a:t>‹#›</a:t>
            </a:fld>
            <a:endParaRPr lang="en-IN" altLang="en-US"/>
          </a:p>
        </p:txBody>
      </p:sp>
    </p:spTree>
    <p:extLst>
      <p:ext uri="{BB962C8B-B14F-4D97-AF65-F5344CB8AC3E}">
        <p14:creationId xmlns:p14="http://schemas.microsoft.com/office/powerpoint/2010/main" val="179748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931C07-763C-089D-1647-CE1418EBD375}"/>
              </a:ext>
            </a:extLst>
          </p:cNvPr>
          <p:cNvSpPr>
            <a:spLocks noGrp="1"/>
          </p:cNvSpPr>
          <p:nvPr>
            <p:ph type="dt" sz="half" idx="10"/>
          </p:nvPr>
        </p:nvSpPr>
        <p:spPr/>
        <p:txBody>
          <a:bodyPr/>
          <a:lstStyle>
            <a:lvl1pPr>
              <a:defRPr/>
            </a:lvl1pPr>
          </a:lstStyle>
          <a:p>
            <a:pPr>
              <a:defRPr/>
            </a:pPr>
            <a:fld id="{A12699AB-C9F3-4AE7-AA1B-BFF8045FC3D2}" type="datetime1">
              <a:rPr lang="en-IN"/>
              <a:pPr>
                <a:defRPr/>
              </a:pPr>
              <a:t>08-01-2025</a:t>
            </a:fld>
            <a:endParaRPr lang="en-IN"/>
          </a:p>
        </p:txBody>
      </p:sp>
      <p:sp>
        <p:nvSpPr>
          <p:cNvPr id="5" name="Footer Placeholder 4">
            <a:extLst>
              <a:ext uri="{FF2B5EF4-FFF2-40B4-BE49-F238E27FC236}">
                <a16:creationId xmlns:a16="http://schemas.microsoft.com/office/drawing/2014/main" id="{01B0266F-BAF5-6529-E975-A071DC84C8B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D8E48819-9A5B-B5CE-5495-D8E4A04B5575}"/>
              </a:ext>
            </a:extLst>
          </p:cNvPr>
          <p:cNvSpPr>
            <a:spLocks noGrp="1"/>
          </p:cNvSpPr>
          <p:nvPr>
            <p:ph type="sldNum" sz="quarter" idx="12"/>
          </p:nvPr>
        </p:nvSpPr>
        <p:spPr/>
        <p:txBody>
          <a:bodyPr/>
          <a:lstStyle>
            <a:lvl1pPr>
              <a:defRPr/>
            </a:lvl1pPr>
          </a:lstStyle>
          <a:p>
            <a:pPr>
              <a:defRPr/>
            </a:pPr>
            <a:fld id="{6771175E-D967-40C8-B593-BD5FCFAADD70}" type="slidenum">
              <a:rPr lang="en-IN" altLang="en-US"/>
              <a:pPr>
                <a:defRPr/>
              </a:pPr>
              <a:t>‹#›</a:t>
            </a:fld>
            <a:endParaRPr lang="en-IN" altLang="en-US"/>
          </a:p>
        </p:txBody>
      </p:sp>
    </p:spTree>
    <p:extLst>
      <p:ext uri="{BB962C8B-B14F-4D97-AF65-F5344CB8AC3E}">
        <p14:creationId xmlns:p14="http://schemas.microsoft.com/office/powerpoint/2010/main" val="1690315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8FACCEF7-C33A-C7E4-7DEA-F9EC693940A8}"/>
              </a:ext>
            </a:extLst>
          </p:cNvPr>
          <p:cNvSpPr>
            <a:spLocks noGrp="1"/>
          </p:cNvSpPr>
          <p:nvPr>
            <p:ph type="dt" sz="half" idx="10"/>
          </p:nvPr>
        </p:nvSpPr>
        <p:spPr/>
        <p:txBody>
          <a:bodyPr/>
          <a:lstStyle>
            <a:lvl1pPr>
              <a:defRPr/>
            </a:lvl1pPr>
          </a:lstStyle>
          <a:p>
            <a:pPr>
              <a:defRPr/>
            </a:pPr>
            <a:fld id="{CE258103-1641-47B0-8893-515EB36F3966}" type="datetime1">
              <a:rPr lang="en-IN"/>
              <a:pPr>
                <a:defRPr/>
              </a:pPr>
              <a:t>08-01-2025</a:t>
            </a:fld>
            <a:endParaRPr lang="en-US"/>
          </a:p>
        </p:txBody>
      </p:sp>
      <p:sp>
        <p:nvSpPr>
          <p:cNvPr id="5" name="Footer Placeholder 4">
            <a:extLst>
              <a:ext uri="{FF2B5EF4-FFF2-40B4-BE49-F238E27FC236}">
                <a16:creationId xmlns:a16="http://schemas.microsoft.com/office/drawing/2014/main" id="{4996AB9C-3F77-75C7-5E53-02726EC31D4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FD083D0-933C-701B-D4A7-901F24771327}"/>
              </a:ext>
            </a:extLst>
          </p:cNvPr>
          <p:cNvSpPr>
            <a:spLocks noGrp="1"/>
          </p:cNvSpPr>
          <p:nvPr>
            <p:ph type="sldNum" sz="quarter" idx="12"/>
          </p:nvPr>
        </p:nvSpPr>
        <p:spPr/>
        <p:txBody>
          <a:bodyPr/>
          <a:lstStyle>
            <a:lvl1pPr>
              <a:defRPr/>
            </a:lvl1pPr>
          </a:lstStyle>
          <a:p>
            <a:pPr>
              <a:defRPr/>
            </a:pPr>
            <a:fld id="{3DFB6986-76A8-4563-84BE-2BB60335EEB8}" type="slidenum">
              <a:rPr lang="en-US" altLang="en-US"/>
              <a:pPr>
                <a:defRPr/>
              </a:pPr>
              <a:t>‹#›</a:t>
            </a:fld>
            <a:endParaRPr lang="en-US" altLang="en-US"/>
          </a:p>
        </p:txBody>
      </p:sp>
    </p:spTree>
    <p:extLst>
      <p:ext uri="{BB962C8B-B14F-4D97-AF65-F5344CB8AC3E}">
        <p14:creationId xmlns:p14="http://schemas.microsoft.com/office/powerpoint/2010/main" val="2512094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C0F7FD-A927-AF14-FB1A-44CD40A8D24D}"/>
              </a:ext>
            </a:extLst>
          </p:cNvPr>
          <p:cNvSpPr>
            <a:spLocks noGrp="1"/>
          </p:cNvSpPr>
          <p:nvPr>
            <p:ph type="dt" sz="half" idx="10"/>
          </p:nvPr>
        </p:nvSpPr>
        <p:spPr/>
        <p:txBody>
          <a:bodyPr/>
          <a:lstStyle>
            <a:lvl1pPr>
              <a:defRPr/>
            </a:lvl1pPr>
          </a:lstStyle>
          <a:p>
            <a:pPr>
              <a:defRPr/>
            </a:pPr>
            <a:fld id="{DF894742-5E84-4476-B971-F4D95629E31F}" type="datetime1">
              <a:rPr lang="en-IN"/>
              <a:pPr>
                <a:defRPr/>
              </a:pPr>
              <a:t>08-01-2025</a:t>
            </a:fld>
            <a:endParaRPr lang="en-US"/>
          </a:p>
        </p:txBody>
      </p:sp>
      <p:sp>
        <p:nvSpPr>
          <p:cNvPr id="5" name="Footer Placeholder 4">
            <a:extLst>
              <a:ext uri="{FF2B5EF4-FFF2-40B4-BE49-F238E27FC236}">
                <a16:creationId xmlns:a16="http://schemas.microsoft.com/office/drawing/2014/main" id="{D9F2CFB6-29D6-EFE1-56C9-66FDA6592A8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769E01-6730-4270-1044-9CD22F065515}"/>
              </a:ext>
            </a:extLst>
          </p:cNvPr>
          <p:cNvSpPr>
            <a:spLocks noGrp="1"/>
          </p:cNvSpPr>
          <p:nvPr>
            <p:ph type="sldNum" sz="quarter" idx="12"/>
          </p:nvPr>
        </p:nvSpPr>
        <p:spPr/>
        <p:txBody>
          <a:bodyPr/>
          <a:lstStyle>
            <a:lvl1pPr>
              <a:defRPr/>
            </a:lvl1pPr>
          </a:lstStyle>
          <a:p>
            <a:pPr>
              <a:defRPr/>
            </a:pPr>
            <a:fld id="{2B29C4DB-C747-4AE8-837B-865F1B736FE2}" type="slidenum">
              <a:rPr lang="en-US" altLang="en-US"/>
              <a:pPr>
                <a:defRPr/>
              </a:pPr>
              <a:t>‹#›</a:t>
            </a:fld>
            <a:endParaRPr lang="en-US" altLang="en-US"/>
          </a:p>
        </p:txBody>
      </p:sp>
    </p:spTree>
    <p:extLst>
      <p:ext uri="{BB962C8B-B14F-4D97-AF65-F5344CB8AC3E}">
        <p14:creationId xmlns:p14="http://schemas.microsoft.com/office/powerpoint/2010/main" val="482673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50550B-7BF7-2E40-DC09-0EE3BE346585}"/>
              </a:ext>
            </a:extLst>
          </p:cNvPr>
          <p:cNvSpPr>
            <a:spLocks noGrp="1"/>
          </p:cNvSpPr>
          <p:nvPr>
            <p:ph type="dt" sz="half" idx="10"/>
          </p:nvPr>
        </p:nvSpPr>
        <p:spPr/>
        <p:txBody>
          <a:bodyPr/>
          <a:lstStyle>
            <a:lvl1pPr>
              <a:defRPr/>
            </a:lvl1pPr>
          </a:lstStyle>
          <a:p>
            <a:pPr>
              <a:defRPr/>
            </a:pPr>
            <a:fld id="{6F0C1C8F-7BA3-4952-AF42-0BEB48EC117E}" type="datetime1">
              <a:rPr lang="en-IN"/>
              <a:pPr>
                <a:defRPr/>
              </a:pPr>
              <a:t>08-01-2025</a:t>
            </a:fld>
            <a:endParaRPr lang="en-US"/>
          </a:p>
        </p:txBody>
      </p:sp>
      <p:sp>
        <p:nvSpPr>
          <p:cNvPr id="5" name="Footer Placeholder 4">
            <a:extLst>
              <a:ext uri="{FF2B5EF4-FFF2-40B4-BE49-F238E27FC236}">
                <a16:creationId xmlns:a16="http://schemas.microsoft.com/office/drawing/2014/main" id="{3416CA01-B132-E5E6-E62F-18086BE3125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AAD1FD3-4097-97A8-BEFB-4365FCFFE7E3}"/>
              </a:ext>
            </a:extLst>
          </p:cNvPr>
          <p:cNvSpPr>
            <a:spLocks noGrp="1"/>
          </p:cNvSpPr>
          <p:nvPr>
            <p:ph type="sldNum" sz="quarter" idx="12"/>
          </p:nvPr>
        </p:nvSpPr>
        <p:spPr/>
        <p:txBody>
          <a:bodyPr/>
          <a:lstStyle>
            <a:lvl1pPr>
              <a:defRPr/>
            </a:lvl1pPr>
          </a:lstStyle>
          <a:p>
            <a:pPr>
              <a:defRPr/>
            </a:pPr>
            <a:fld id="{A2F22034-613B-4697-81DA-5BCD21C817EE}" type="slidenum">
              <a:rPr lang="en-US" altLang="en-US"/>
              <a:pPr>
                <a:defRPr/>
              </a:pPr>
              <a:t>‹#›</a:t>
            </a:fld>
            <a:endParaRPr lang="en-US" altLang="en-US"/>
          </a:p>
        </p:txBody>
      </p:sp>
    </p:spTree>
    <p:extLst>
      <p:ext uri="{BB962C8B-B14F-4D97-AF65-F5344CB8AC3E}">
        <p14:creationId xmlns:p14="http://schemas.microsoft.com/office/powerpoint/2010/main" val="3184543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4B3DCF0-97EE-F1A2-24F8-B8BE6A9643C8}"/>
              </a:ext>
            </a:extLst>
          </p:cNvPr>
          <p:cNvSpPr>
            <a:spLocks noGrp="1"/>
          </p:cNvSpPr>
          <p:nvPr>
            <p:ph type="dt" sz="half" idx="10"/>
          </p:nvPr>
        </p:nvSpPr>
        <p:spPr/>
        <p:txBody>
          <a:bodyPr/>
          <a:lstStyle>
            <a:lvl1pPr>
              <a:defRPr/>
            </a:lvl1pPr>
          </a:lstStyle>
          <a:p>
            <a:pPr>
              <a:defRPr/>
            </a:pPr>
            <a:fld id="{BCFA0EBF-DC4F-4E8D-BDD8-B9F61D978D0F}" type="datetime1">
              <a:rPr lang="en-IN"/>
              <a:pPr>
                <a:defRPr/>
              </a:pPr>
              <a:t>08-01-2025</a:t>
            </a:fld>
            <a:endParaRPr lang="en-US"/>
          </a:p>
        </p:txBody>
      </p:sp>
      <p:sp>
        <p:nvSpPr>
          <p:cNvPr id="6" name="Footer Placeholder 4">
            <a:extLst>
              <a:ext uri="{FF2B5EF4-FFF2-40B4-BE49-F238E27FC236}">
                <a16:creationId xmlns:a16="http://schemas.microsoft.com/office/drawing/2014/main" id="{FC3E9B97-5042-2FBC-399A-26280FC59D9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A2D4C53-FE6B-67B6-307F-A202BEA8CFCB}"/>
              </a:ext>
            </a:extLst>
          </p:cNvPr>
          <p:cNvSpPr>
            <a:spLocks noGrp="1"/>
          </p:cNvSpPr>
          <p:nvPr>
            <p:ph type="sldNum" sz="quarter" idx="12"/>
          </p:nvPr>
        </p:nvSpPr>
        <p:spPr/>
        <p:txBody>
          <a:bodyPr/>
          <a:lstStyle>
            <a:lvl1pPr>
              <a:defRPr/>
            </a:lvl1pPr>
          </a:lstStyle>
          <a:p>
            <a:pPr>
              <a:defRPr/>
            </a:pPr>
            <a:fld id="{DE4DE74C-431C-46FE-B501-DA9A14F08357}" type="slidenum">
              <a:rPr lang="en-US" altLang="en-US"/>
              <a:pPr>
                <a:defRPr/>
              </a:pPr>
              <a:t>‹#›</a:t>
            </a:fld>
            <a:endParaRPr lang="en-US" altLang="en-US"/>
          </a:p>
        </p:txBody>
      </p:sp>
    </p:spTree>
    <p:extLst>
      <p:ext uri="{BB962C8B-B14F-4D97-AF65-F5344CB8AC3E}">
        <p14:creationId xmlns:p14="http://schemas.microsoft.com/office/powerpoint/2010/main" val="3584107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01EB2C2-D592-DECA-576B-D83F5F6F6B67}"/>
              </a:ext>
            </a:extLst>
          </p:cNvPr>
          <p:cNvSpPr>
            <a:spLocks noGrp="1"/>
          </p:cNvSpPr>
          <p:nvPr>
            <p:ph type="dt" sz="half" idx="10"/>
          </p:nvPr>
        </p:nvSpPr>
        <p:spPr/>
        <p:txBody>
          <a:bodyPr/>
          <a:lstStyle>
            <a:lvl1pPr>
              <a:defRPr/>
            </a:lvl1pPr>
          </a:lstStyle>
          <a:p>
            <a:pPr>
              <a:defRPr/>
            </a:pPr>
            <a:fld id="{C0F88350-D58D-4EB1-A19B-E19CA37C95BF}" type="datetime1">
              <a:rPr lang="en-IN"/>
              <a:pPr>
                <a:defRPr/>
              </a:pPr>
              <a:t>08-01-2025</a:t>
            </a:fld>
            <a:endParaRPr lang="en-US"/>
          </a:p>
        </p:txBody>
      </p:sp>
      <p:sp>
        <p:nvSpPr>
          <p:cNvPr id="8" name="Footer Placeholder 4">
            <a:extLst>
              <a:ext uri="{FF2B5EF4-FFF2-40B4-BE49-F238E27FC236}">
                <a16:creationId xmlns:a16="http://schemas.microsoft.com/office/drawing/2014/main" id="{DC74F97B-9F59-09B4-3225-4A6511F96DA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7CF2640-FAC1-F444-FE1E-85838CADCD7A}"/>
              </a:ext>
            </a:extLst>
          </p:cNvPr>
          <p:cNvSpPr>
            <a:spLocks noGrp="1"/>
          </p:cNvSpPr>
          <p:nvPr>
            <p:ph type="sldNum" sz="quarter" idx="12"/>
          </p:nvPr>
        </p:nvSpPr>
        <p:spPr/>
        <p:txBody>
          <a:bodyPr/>
          <a:lstStyle>
            <a:lvl1pPr>
              <a:defRPr/>
            </a:lvl1pPr>
          </a:lstStyle>
          <a:p>
            <a:pPr>
              <a:defRPr/>
            </a:pPr>
            <a:fld id="{0F987891-DE11-4B4D-A2FA-36DAD7B98DEB}" type="slidenum">
              <a:rPr lang="en-US" altLang="en-US"/>
              <a:pPr>
                <a:defRPr/>
              </a:pPr>
              <a:t>‹#›</a:t>
            </a:fld>
            <a:endParaRPr lang="en-US" altLang="en-US"/>
          </a:p>
        </p:txBody>
      </p:sp>
    </p:spTree>
    <p:extLst>
      <p:ext uri="{BB962C8B-B14F-4D97-AF65-F5344CB8AC3E}">
        <p14:creationId xmlns:p14="http://schemas.microsoft.com/office/powerpoint/2010/main" val="751343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C69E7DF-BD88-CF70-68EB-D1696441E713}"/>
              </a:ext>
            </a:extLst>
          </p:cNvPr>
          <p:cNvSpPr>
            <a:spLocks noGrp="1"/>
          </p:cNvSpPr>
          <p:nvPr>
            <p:ph type="dt" sz="half" idx="10"/>
          </p:nvPr>
        </p:nvSpPr>
        <p:spPr/>
        <p:txBody>
          <a:bodyPr/>
          <a:lstStyle>
            <a:lvl1pPr>
              <a:defRPr/>
            </a:lvl1pPr>
          </a:lstStyle>
          <a:p>
            <a:pPr>
              <a:defRPr/>
            </a:pPr>
            <a:fld id="{A73C4A03-8E2D-43EC-8A5F-CB10FC4281A2}" type="datetime1">
              <a:rPr lang="en-IN"/>
              <a:pPr>
                <a:defRPr/>
              </a:pPr>
              <a:t>08-01-2025</a:t>
            </a:fld>
            <a:endParaRPr lang="en-US"/>
          </a:p>
        </p:txBody>
      </p:sp>
      <p:sp>
        <p:nvSpPr>
          <p:cNvPr id="4" name="Footer Placeholder 4">
            <a:extLst>
              <a:ext uri="{FF2B5EF4-FFF2-40B4-BE49-F238E27FC236}">
                <a16:creationId xmlns:a16="http://schemas.microsoft.com/office/drawing/2014/main" id="{0DA0AE05-61AB-F166-DAC3-49FAA7D2DF3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9A0FBB6-6E34-40D3-F679-6C474F407808}"/>
              </a:ext>
            </a:extLst>
          </p:cNvPr>
          <p:cNvSpPr>
            <a:spLocks noGrp="1"/>
          </p:cNvSpPr>
          <p:nvPr>
            <p:ph type="sldNum" sz="quarter" idx="12"/>
          </p:nvPr>
        </p:nvSpPr>
        <p:spPr/>
        <p:txBody>
          <a:bodyPr/>
          <a:lstStyle>
            <a:lvl1pPr>
              <a:defRPr/>
            </a:lvl1pPr>
          </a:lstStyle>
          <a:p>
            <a:pPr>
              <a:defRPr/>
            </a:pPr>
            <a:fld id="{0197AB44-B14B-49AB-9A6D-472AB2E5E90D}" type="slidenum">
              <a:rPr lang="en-US" altLang="en-US"/>
              <a:pPr>
                <a:defRPr/>
              </a:pPr>
              <a:t>‹#›</a:t>
            </a:fld>
            <a:endParaRPr lang="en-US" altLang="en-US"/>
          </a:p>
        </p:txBody>
      </p:sp>
    </p:spTree>
    <p:extLst>
      <p:ext uri="{BB962C8B-B14F-4D97-AF65-F5344CB8AC3E}">
        <p14:creationId xmlns:p14="http://schemas.microsoft.com/office/powerpoint/2010/main" val="29309354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44AE758-FC13-36B4-D622-B2E5DF8AC3A1}"/>
              </a:ext>
            </a:extLst>
          </p:cNvPr>
          <p:cNvSpPr>
            <a:spLocks noGrp="1"/>
          </p:cNvSpPr>
          <p:nvPr>
            <p:ph type="dt" sz="half" idx="10"/>
          </p:nvPr>
        </p:nvSpPr>
        <p:spPr/>
        <p:txBody>
          <a:bodyPr/>
          <a:lstStyle>
            <a:lvl1pPr>
              <a:defRPr/>
            </a:lvl1pPr>
          </a:lstStyle>
          <a:p>
            <a:pPr>
              <a:defRPr/>
            </a:pPr>
            <a:fld id="{3F71AFDB-8663-4ACD-94EE-D60BA74CD253}" type="datetime1">
              <a:rPr lang="en-IN"/>
              <a:pPr>
                <a:defRPr/>
              </a:pPr>
              <a:t>08-01-2025</a:t>
            </a:fld>
            <a:endParaRPr lang="en-US"/>
          </a:p>
        </p:txBody>
      </p:sp>
      <p:sp>
        <p:nvSpPr>
          <p:cNvPr id="3" name="Footer Placeholder 4">
            <a:extLst>
              <a:ext uri="{FF2B5EF4-FFF2-40B4-BE49-F238E27FC236}">
                <a16:creationId xmlns:a16="http://schemas.microsoft.com/office/drawing/2014/main" id="{5D18D796-6140-4938-13BA-57E45EF4271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A227ECB-71F0-FC9B-F397-1E30CC65239C}"/>
              </a:ext>
            </a:extLst>
          </p:cNvPr>
          <p:cNvSpPr>
            <a:spLocks noGrp="1"/>
          </p:cNvSpPr>
          <p:nvPr>
            <p:ph type="sldNum" sz="quarter" idx="12"/>
          </p:nvPr>
        </p:nvSpPr>
        <p:spPr/>
        <p:txBody>
          <a:bodyPr/>
          <a:lstStyle>
            <a:lvl1pPr>
              <a:defRPr/>
            </a:lvl1pPr>
          </a:lstStyle>
          <a:p>
            <a:pPr>
              <a:defRPr/>
            </a:pPr>
            <a:fld id="{D7002663-0DB2-44D3-94F0-2DEAC8EF8D50}" type="slidenum">
              <a:rPr lang="en-US" altLang="en-US"/>
              <a:pPr>
                <a:defRPr/>
              </a:pPr>
              <a:t>‹#›</a:t>
            </a:fld>
            <a:endParaRPr lang="en-US" altLang="en-US"/>
          </a:p>
        </p:txBody>
      </p:sp>
    </p:spTree>
    <p:extLst>
      <p:ext uri="{BB962C8B-B14F-4D97-AF65-F5344CB8AC3E}">
        <p14:creationId xmlns:p14="http://schemas.microsoft.com/office/powerpoint/2010/main" val="4182621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424E122-36CC-6A3F-BA55-FEDA14CD501E}"/>
              </a:ext>
            </a:extLst>
          </p:cNvPr>
          <p:cNvSpPr>
            <a:spLocks noGrp="1"/>
          </p:cNvSpPr>
          <p:nvPr>
            <p:ph type="dt" sz="half" idx="10"/>
          </p:nvPr>
        </p:nvSpPr>
        <p:spPr/>
        <p:txBody>
          <a:bodyPr/>
          <a:lstStyle>
            <a:lvl1pPr>
              <a:defRPr/>
            </a:lvl1pPr>
          </a:lstStyle>
          <a:p>
            <a:pPr>
              <a:defRPr/>
            </a:pPr>
            <a:fld id="{33E698AC-9028-4B20-8EAD-AC39355956E4}" type="datetime1">
              <a:rPr lang="en-IN"/>
              <a:pPr>
                <a:defRPr/>
              </a:pPr>
              <a:t>08-01-2025</a:t>
            </a:fld>
            <a:endParaRPr lang="en-US"/>
          </a:p>
        </p:txBody>
      </p:sp>
      <p:sp>
        <p:nvSpPr>
          <p:cNvPr id="6" name="Footer Placeholder 4">
            <a:extLst>
              <a:ext uri="{FF2B5EF4-FFF2-40B4-BE49-F238E27FC236}">
                <a16:creationId xmlns:a16="http://schemas.microsoft.com/office/drawing/2014/main" id="{DE02D7AB-33BD-17DD-7BD7-9AE75852AFD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29CC2C6-4304-F2A1-8336-FC310D10A8CB}"/>
              </a:ext>
            </a:extLst>
          </p:cNvPr>
          <p:cNvSpPr>
            <a:spLocks noGrp="1"/>
          </p:cNvSpPr>
          <p:nvPr>
            <p:ph type="sldNum" sz="quarter" idx="12"/>
          </p:nvPr>
        </p:nvSpPr>
        <p:spPr/>
        <p:txBody>
          <a:bodyPr/>
          <a:lstStyle>
            <a:lvl1pPr>
              <a:defRPr/>
            </a:lvl1pPr>
          </a:lstStyle>
          <a:p>
            <a:pPr>
              <a:defRPr/>
            </a:pPr>
            <a:fld id="{5D26C03F-CDE2-4276-9C6B-C2B9BF47D592}" type="slidenum">
              <a:rPr lang="en-US" altLang="en-US"/>
              <a:pPr>
                <a:defRPr/>
              </a:pPr>
              <a:t>‹#›</a:t>
            </a:fld>
            <a:endParaRPr lang="en-US" altLang="en-US"/>
          </a:p>
        </p:txBody>
      </p:sp>
    </p:spTree>
    <p:extLst>
      <p:ext uri="{BB962C8B-B14F-4D97-AF65-F5344CB8AC3E}">
        <p14:creationId xmlns:p14="http://schemas.microsoft.com/office/powerpoint/2010/main" val="412822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C4E67F2-FB4D-7B2B-961B-6848164A6E65}"/>
              </a:ext>
            </a:extLst>
          </p:cNvPr>
          <p:cNvSpPr>
            <a:spLocks noGrp="1"/>
          </p:cNvSpPr>
          <p:nvPr>
            <p:ph type="dt" sz="half" idx="10"/>
          </p:nvPr>
        </p:nvSpPr>
        <p:spPr/>
        <p:txBody>
          <a:bodyPr/>
          <a:lstStyle>
            <a:lvl1pPr>
              <a:defRPr/>
            </a:lvl1pPr>
          </a:lstStyle>
          <a:p>
            <a:pPr>
              <a:defRPr/>
            </a:pPr>
            <a:fld id="{DBB20861-80A1-4B8D-9A25-2012D54AA462}" type="datetime1">
              <a:rPr lang="en-IN"/>
              <a:pPr>
                <a:defRPr/>
              </a:pPr>
              <a:t>08-01-2025</a:t>
            </a:fld>
            <a:endParaRPr lang="en-US"/>
          </a:p>
        </p:txBody>
      </p:sp>
      <p:sp>
        <p:nvSpPr>
          <p:cNvPr id="6" name="Footer Placeholder 4">
            <a:extLst>
              <a:ext uri="{FF2B5EF4-FFF2-40B4-BE49-F238E27FC236}">
                <a16:creationId xmlns:a16="http://schemas.microsoft.com/office/drawing/2014/main" id="{8CE4EED5-B9B5-B4B7-720E-F7DA8F236DE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A9AC076-6719-6210-32DC-C20B80B7F153}"/>
              </a:ext>
            </a:extLst>
          </p:cNvPr>
          <p:cNvSpPr>
            <a:spLocks noGrp="1"/>
          </p:cNvSpPr>
          <p:nvPr>
            <p:ph type="sldNum" sz="quarter" idx="12"/>
          </p:nvPr>
        </p:nvSpPr>
        <p:spPr/>
        <p:txBody>
          <a:bodyPr/>
          <a:lstStyle>
            <a:lvl1pPr>
              <a:defRPr/>
            </a:lvl1pPr>
          </a:lstStyle>
          <a:p>
            <a:pPr>
              <a:defRPr/>
            </a:pPr>
            <a:fld id="{4D16333E-0DDE-4426-9190-6CE2C2D6D90F}" type="slidenum">
              <a:rPr lang="en-US" altLang="en-US"/>
              <a:pPr>
                <a:defRPr/>
              </a:pPr>
              <a:t>‹#›</a:t>
            </a:fld>
            <a:endParaRPr lang="en-US" altLang="en-US"/>
          </a:p>
        </p:txBody>
      </p:sp>
    </p:spTree>
    <p:extLst>
      <p:ext uri="{BB962C8B-B14F-4D97-AF65-F5344CB8AC3E}">
        <p14:creationId xmlns:p14="http://schemas.microsoft.com/office/powerpoint/2010/main" val="32661566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E37B6-227D-5210-960C-E64F39D2CB51}"/>
              </a:ext>
            </a:extLst>
          </p:cNvPr>
          <p:cNvSpPr>
            <a:spLocks noGrp="1"/>
          </p:cNvSpPr>
          <p:nvPr>
            <p:ph type="dt" sz="half" idx="10"/>
          </p:nvPr>
        </p:nvSpPr>
        <p:spPr/>
        <p:txBody>
          <a:bodyPr/>
          <a:lstStyle>
            <a:lvl1pPr>
              <a:defRPr/>
            </a:lvl1pPr>
          </a:lstStyle>
          <a:p>
            <a:pPr>
              <a:defRPr/>
            </a:pPr>
            <a:fld id="{9C78C5D7-61CA-4F92-91C6-5BF19265CA75}" type="datetime1">
              <a:rPr lang="en-IN"/>
              <a:pPr>
                <a:defRPr/>
              </a:pPr>
              <a:t>08-01-2025</a:t>
            </a:fld>
            <a:endParaRPr lang="en-US"/>
          </a:p>
        </p:txBody>
      </p:sp>
      <p:sp>
        <p:nvSpPr>
          <p:cNvPr id="5" name="Footer Placeholder 4">
            <a:extLst>
              <a:ext uri="{FF2B5EF4-FFF2-40B4-BE49-F238E27FC236}">
                <a16:creationId xmlns:a16="http://schemas.microsoft.com/office/drawing/2014/main" id="{14E7DFBC-F59C-4621-54DA-267164A212D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0702D22-B4B9-F70C-9A93-2E46D5AFA5F2}"/>
              </a:ext>
            </a:extLst>
          </p:cNvPr>
          <p:cNvSpPr>
            <a:spLocks noGrp="1"/>
          </p:cNvSpPr>
          <p:nvPr>
            <p:ph type="sldNum" sz="quarter" idx="12"/>
          </p:nvPr>
        </p:nvSpPr>
        <p:spPr/>
        <p:txBody>
          <a:bodyPr/>
          <a:lstStyle>
            <a:lvl1pPr>
              <a:defRPr/>
            </a:lvl1pPr>
          </a:lstStyle>
          <a:p>
            <a:pPr>
              <a:defRPr/>
            </a:pPr>
            <a:fld id="{B71DCA45-4D69-4B64-86BC-FA10A2C287D3}" type="slidenum">
              <a:rPr lang="en-US" altLang="en-US"/>
              <a:pPr>
                <a:defRPr/>
              </a:pPr>
              <a:t>‹#›</a:t>
            </a:fld>
            <a:endParaRPr lang="en-US" altLang="en-US"/>
          </a:p>
        </p:txBody>
      </p:sp>
    </p:spTree>
    <p:extLst>
      <p:ext uri="{BB962C8B-B14F-4D97-AF65-F5344CB8AC3E}">
        <p14:creationId xmlns:p14="http://schemas.microsoft.com/office/powerpoint/2010/main" val="21625897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8F99B-E58E-0D47-8152-4F9289AA8611}"/>
              </a:ext>
            </a:extLst>
          </p:cNvPr>
          <p:cNvSpPr>
            <a:spLocks noGrp="1"/>
          </p:cNvSpPr>
          <p:nvPr>
            <p:ph type="dt" sz="half" idx="10"/>
          </p:nvPr>
        </p:nvSpPr>
        <p:spPr/>
        <p:txBody>
          <a:bodyPr/>
          <a:lstStyle>
            <a:lvl1pPr>
              <a:defRPr/>
            </a:lvl1pPr>
          </a:lstStyle>
          <a:p>
            <a:pPr>
              <a:defRPr/>
            </a:pPr>
            <a:fld id="{86C04056-A2E4-4F9F-AC37-F6A8E90658C3}" type="datetime1">
              <a:rPr lang="en-IN"/>
              <a:pPr>
                <a:defRPr/>
              </a:pPr>
              <a:t>08-01-2025</a:t>
            </a:fld>
            <a:endParaRPr lang="en-US"/>
          </a:p>
        </p:txBody>
      </p:sp>
      <p:sp>
        <p:nvSpPr>
          <p:cNvPr id="5" name="Footer Placeholder 4">
            <a:extLst>
              <a:ext uri="{FF2B5EF4-FFF2-40B4-BE49-F238E27FC236}">
                <a16:creationId xmlns:a16="http://schemas.microsoft.com/office/drawing/2014/main" id="{4BE4B18B-9613-9BD7-2048-5993CB44E2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B9223B2-E8F5-7BCF-67BB-81D44CCAB963}"/>
              </a:ext>
            </a:extLst>
          </p:cNvPr>
          <p:cNvSpPr>
            <a:spLocks noGrp="1"/>
          </p:cNvSpPr>
          <p:nvPr>
            <p:ph type="sldNum" sz="quarter" idx="12"/>
          </p:nvPr>
        </p:nvSpPr>
        <p:spPr/>
        <p:txBody>
          <a:bodyPr/>
          <a:lstStyle>
            <a:lvl1pPr>
              <a:defRPr/>
            </a:lvl1pPr>
          </a:lstStyle>
          <a:p>
            <a:pPr>
              <a:defRPr/>
            </a:pPr>
            <a:fld id="{21DB1B7A-6524-458D-9558-DD6FEA3C9526}" type="slidenum">
              <a:rPr lang="en-US" altLang="en-US"/>
              <a:pPr>
                <a:defRPr/>
              </a:pPr>
              <a:t>‹#›</a:t>
            </a:fld>
            <a:endParaRPr lang="en-US" altLang="en-US"/>
          </a:p>
        </p:txBody>
      </p:sp>
    </p:spTree>
    <p:extLst>
      <p:ext uri="{BB962C8B-B14F-4D97-AF65-F5344CB8AC3E}">
        <p14:creationId xmlns:p14="http://schemas.microsoft.com/office/powerpoint/2010/main" val="20622907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8D478581-AA12-E10D-FE69-7CA2769FB7C8}"/>
              </a:ext>
            </a:extLst>
          </p:cNvPr>
          <p:cNvSpPr>
            <a:spLocks noGrp="1"/>
          </p:cNvSpPr>
          <p:nvPr>
            <p:ph type="dt" sz="half" idx="10"/>
          </p:nvPr>
        </p:nvSpPr>
        <p:spPr/>
        <p:txBody>
          <a:bodyPr/>
          <a:lstStyle>
            <a:lvl1pPr>
              <a:defRPr/>
            </a:lvl1pPr>
          </a:lstStyle>
          <a:p>
            <a:pPr>
              <a:defRPr/>
            </a:pPr>
            <a:fld id="{984BC0C4-26E3-467F-A739-3AE6B2CCA34B}" type="datetime1">
              <a:rPr lang="en-IN"/>
              <a:pPr>
                <a:defRPr/>
              </a:pPr>
              <a:t>08-01-2025</a:t>
            </a:fld>
            <a:endParaRPr lang="en-US"/>
          </a:p>
        </p:txBody>
      </p:sp>
      <p:sp>
        <p:nvSpPr>
          <p:cNvPr id="5" name="Footer Placeholder 4">
            <a:extLst>
              <a:ext uri="{FF2B5EF4-FFF2-40B4-BE49-F238E27FC236}">
                <a16:creationId xmlns:a16="http://schemas.microsoft.com/office/drawing/2014/main" id="{AD5BC1DD-7085-8F30-9C85-B3B6AC714A6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CC0776-E519-3916-F172-536ED36939FE}"/>
              </a:ext>
            </a:extLst>
          </p:cNvPr>
          <p:cNvSpPr>
            <a:spLocks noGrp="1"/>
          </p:cNvSpPr>
          <p:nvPr>
            <p:ph type="sldNum" sz="quarter" idx="12"/>
          </p:nvPr>
        </p:nvSpPr>
        <p:spPr/>
        <p:txBody>
          <a:bodyPr/>
          <a:lstStyle>
            <a:lvl1pPr>
              <a:defRPr/>
            </a:lvl1pPr>
          </a:lstStyle>
          <a:p>
            <a:pPr>
              <a:defRPr/>
            </a:pPr>
            <a:fld id="{49F00452-0C1C-4D56-9E54-494EAA7039C5}" type="slidenum">
              <a:rPr lang="en-US" altLang="en-US"/>
              <a:pPr>
                <a:defRPr/>
              </a:pPr>
              <a:t>‹#›</a:t>
            </a:fld>
            <a:endParaRPr lang="en-US" altLang="en-US"/>
          </a:p>
        </p:txBody>
      </p:sp>
    </p:spTree>
    <p:extLst>
      <p:ext uri="{BB962C8B-B14F-4D97-AF65-F5344CB8AC3E}">
        <p14:creationId xmlns:p14="http://schemas.microsoft.com/office/powerpoint/2010/main" val="2120848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C8B7F5-8C1B-D802-B414-51469165DC24}"/>
              </a:ext>
            </a:extLst>
          </p:cNvPr>
          <p:cNvSpPr>
            <a:spLocks noGrp="1"/>
          </p:cNvSpPr>
          <p:nvPr>
            <p:ph type="dt" sz="half" idx="10"/>
          </p:nvPr>
        </p:nvSpPr>
        <p:spPr/>
        <p:txBody>
          <a:bodyPr/>
          <a:lstStyle>
            <a:lvl1pPr>
              <a:defRPr/>
            </a:lvl1pPr>
          </a:lstStyle>
          <a:p>
            <a:pPr>
              <a:defRPr/>
            </a:pPr>
            <a:fld id="{BDBA6705-1880-4C9C-918D-19F99C584584}" type="datetime1">
              <a:rPr lang="en-IN"/>
              <a:pPr>
                <a:defRPr/>
              </a:pPr>
              <a:t>08-01-2025</a:t>
            </a:fld>
            <a:endParaRPr lang="en-US"/>
          </a:p>
        </p:txBody>
      </p:sp>
      <p:sp>
        <p:nvSpPr>
          <p:cNvPr id="5" name="Footer Placeholder 4">
            <a:extLst>
              <a:ext uri="{FF2B5EF4-FFF2-40B4-BE49-F238E27FC236}">
                <a16:creationId xmlns:a16="http://schemas.microsoft.com/office/drawing/2014/main" id="{BDACCE59-79E1-4A22-3B6D-42004087F9E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1B770E0-F238-8EF3-67ED-C2719B2CBD93}"/>
              </a:ext>
            </a:extLst>
          </p:cNvPr>
          <p:cNvSpPr>
            <a:spLocks noGrp="1"/>
          </p:cNvSpPr>
          <p:nvPr>
            <p:ph type="sldNum" sz="quarter" idx="12"/>
          </p:nvPr>
        </p:nvSpPr>
        <p:spPr/>
        <p:txBody>
          <a:bodyPr/>
          <a:lstStyle>
            <a:lvl1pPr>
              <a:defRPr/>
            </a:lvl1pPr>
          </a:lstStyle>
          <a:p>
            <a:pPr>
              <a:defRPr/>
            </a:pPr>
            <a:fld id="{B0099F6A-20C0-467A-B735-D55FD4D0527C}" type="slidenum">
              <a:rPr lang="en-US" altLang="en-US"/>
              <a:pPr>
                <a:defRPr/>
              </a:pPr>
              <a:t>‹#›</a:t>
            </a:fld>
            <a:endParaRPr lang="en-US" altLang="en-US"/>
          </a:p>
        </p:txBody>
      </p:sp>
    </p:spTree>
    <p:extLst>
      <p:ext uri="{BB962C8B-B14F-4D97-AF65-F5344CB8AC3E}">
        <p14:creationId xmlns:p14="http://schemas.microsoft.com/office/powerpoint/2010/main" val="6104728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4616C0-A3BA-802D-21C9-931132A7F754}"/>
              </a:ext>
            </a:extLst>
          </p:cNvPr>
          <p:cNvSpPr>
            <a:spLocks noGrp="1"/>
          </p:cNvSpPr>
          <p:nvPr>
            <p:ph type="dt" sz="half" idx="10"/>
          </p:nvPr>
        </p:nvSpPr>
        <p:spPr/>
        <p:txBody>
          <a:bodyPr/>
          <a:lstStyle>
            <a:lvl1pPr>
              <a:defRPr/>
            </a:lvl1pPr>
          </a:lstStyle>
          <a:p>
            <a:pPr>
              <a:defRPr/>
            </a:pPr>
            <a:fld id="{124E4B24-AB84-4E28-9516-DF27EA9C813F}" type="datetime1">
              <a:rPr lang="en-IN"/>
              <a:pPr>
                <a:defRPr/>
              </a:pPr>
              <a:t>08-01-2025</a:t>
            </a:fld>
            <a:endParaRPr lang="en-US"/>
          </a:p>
        </p:txBody>
      </p:sp>
      <p:sp>
        <p:nvSpPr>
          <p:cNvPr id="5" name="Footer Placeholder 4">
            <a:extLst>
              <a:ext uri="{FF2B5EF4-FFF2-40B4-BE49-F238E27FC236}">
                <a16:creationId xmlns:a16="http://schemas.microsoft.com/office/drawing/2014/main" id="{1B122697-BFBC-C486-75ED-FE219E45B15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31CD139-DC22-7DB7-9E13-81A0E7AE9A54}"/>
              </a:ext>
            </a:extLst>
          </p:cNvPr>
          <p:cNvSpPr>
            <a:spLocks noGrp="1"/>
          </p:cNvSpPr>
          <p:nvPr>
            <p:ph type="sldNum" sz="quarter" idx="12"/>
          </p:nvPr>
        </p:nvSpPr>
        <p:spPr/>
        <p:txBody>
          <a:bodyPr/>
          <a:lstStyle>
            <a:lvl1pPr>
              <a:defRPr/>
            </a:lvl1pPr>
          </a:lstStyle>
          <a:p>
            <a:pPr>
              <a:defRPr/>
            </a:pPr>
            <a:fld id="{58336467-D0E0-4F50-8F78-04C80431E9F7}" type="slidenum">
              <a:rPr lang="en-US" altLang="en-US"/>
              <a:pPr>
                <a:defRPr/>
              </a:pPr>
              <a:t>‹#›</a:t>
            </a:fld>
            <a:endParaRPr lang="en-US" altLang="en-US"/>
          </a:p>
        </p:txBody>
      </p:sp>
    </p:spTree>
    <p:extLst>
      <p:ext uri="{BB962C8B-B14F-4D97-AF65-F5344CB8AC3E}">
        <p14:creationId xmlns:p14="http://schemas.microsoft.com/office/powerpoint/2010/main" val="11381354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CE10DA3-F5BC-459C-2432-971DCAD93B0D}"/>
              </a:ext>
            </a:extLst>
          </p:cNvPr>
          <p:cNvSpPr>
            <a:spLocks noGrp="1"/>
          </p:cNvSpPr>
          <p:nvPr>
            <p:ph type="dt" sz="half" idx="10"/>
          </p:nvPr>
        </p:nvSpPr>
        <p:spPr/>
        <p:txBody>
          <a:bodyPr/>
          <a:lstStyle>
            <a:lvl1pPr>
              <a:defRPr/>
            </a:lvl1pPr>
          </a:lstStyle>
          <a:p>
            <a:pPr>
              <a:defRPr/>
            </a:pPr>
            <a:fld id="{B585B292-1F79-4409-80F5-8C85BAC77F8D}" type="datetime1">
              <a:rPr lang="en-IN"/>
              <a:pPr>
                <a:defRPr/>
              </a:pPr>
              <a:t>08-01-2025</a:t>
            </a:fld>
            <a:endParaRPr lang="en-US"/>
          </a:p>
        </p:txBody>
      </p:sp>
      <p:sp>
        <p:nvSpPr>
          <p:cNvPr id="6" name="Footer Placeholder 4">
            <a:extLst>
              <a:ext uri="{FF2B5EF4-FFF2-40B4-BE49-F238E27FC236}">
                <a16:creationId xmlns:a16="http://schemas.microsoft.com/office/drawing/2014/main" id="{3B5431AD-52AB-B51E-69D0-4F4FAEE87F7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38691C6-96A1-C722-68DB-DF2869CCCCD8}"/>
              </a:ext>
            </a:extLst>
          </p:cNvPr>
          <p:cNvSpPr>
            <a:spLocks noGrp="1"/>
          </p:cNvSpPr>
          <p:nvPr>
            <p:ph type="sldNum" sz="quarter" idx="12"/>
          </p:nvPr>
        </p:nvSpPr>
        <p:spPr/>
        <p:txBody>
          <a:bodyPr/>
          <a:lstStyle>
            <a:lvl1pPr>
              <a:defRPr/>
            </a:lvl1pPr>
          </a:lstStyle>
          <a:p>
            <a:pPr>
              <a:defRPr/>
            </a:pPr>
            <a:fld id="{0E6A6C8A-59B4-48BE-A121-C2B8989590D1}" type="slidenum">
              <a:rPr lang="en-US" altLang="en-US"/>
              <a:pPr>
                <a:defRPr/>
              </a:pPr>
              <a:t>‹#›</a:t>
            </a:fld>
            <a:endParaRPr lang="en-US" altLang="en-US"/>
          </a:p>
        </p:txBody>
      </p:sp>
    </p:spTree>
    <p:extLst>
      <p:ext uri="{BB962C8B-B14F-4D97-AF65-F5344CB8AC3E}">
        <p14:creationId xmlns:p14="http://schemas.microsoft.com/office/powerpoint/2010/main" val="30426159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635DB4D-E75B-73E0-97B9-4F727E10EE10}"/>
              </a:ext>
            </a:extLst>
          </p:cNvPr>
          <p:cNvSpPr>
            <a:spLocks noGrp="1"/>
          </p:cNvSpPr>
          <p:nvPr>
            <p:ph type="dt" sz="half" idx="10"/>
          </p:nvPr>
        </p:nvSpPr>
        <p:spPr/>
        <p:txBody>
          <a:bodyPr/>
          <a:lstStyle>
            <a:lvl1pPr>
              <a:defRPr/>
            </a:lvl1pPr>
          </a:lstStyle>
          <a:p>
            <a:pPr>
              <a:defRPr/>
            </a:pPr>
            <a:fld id="{35B6278D-3A4E-44BB-A03B-A826E5D5D5F6}" type="datetime1">
              <a:rPr lang="en-IN"/>
              <a:pPr>
                <a:defRPr/>
              </a:pPr>
              <a:t>08-01-2025</a:t>
            </a:fld>
            <a:endParaRPr lang="en-US"/>
          </a:p>
        </p:txBody>
      </p:sp>
      <p:sp>
        <p:nvSpPr>
          <p:cNvPr id="8" name="Footer Placeholder 4">
            <a:extLst>
              <a:ext uri="{FF2B5EF4-FFF2-40B4-BE49-F238E27FC236}">
                <a16:creationId xmlns:a16="http://schemas.microsoft.com/office/drawing/2014/main" id="{5693DEFB-3BDF-BA5A-32FC-61509872DB7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CE3E043-E8EA-BCB5-E4CC-FC5ACB0D52DE}"/>
              </a:ext>
            </a:extLst>
          </p:cNvPr>
          <p:cNvSpPr>
            <a:spLocks noGrp="1"/>
          </p:cNvSpPr>
          <p:nvPr>
            <p:ph type="sldNum" sz="quarter" idx="12"/>
          </p:nvPr>
        </p:nvSpPr>
        <p:spPr/>
        <p:txBody>
          <a:bodyPr/>
          <a:lstStyle>
            <a:lvl1pPr>
              <a:defRPr/>
            </a:lvl1pPr>
          </a:lstStyle>
          <a:p>
            <a:pPr>
              <a:defRPr/>
            </a:pPr>
            <a:fld id="{2A8F3F62-B5E5-4CEC-9A7A-FE427D151F0F}" type="slidenum">
              <a:rPr lang="en-US" altLang="en-US"/>
              <a:pPr>
                <a:defRPr/>
              </a:pPr>
              <a:t>‹#›</a:t>
            </a:fld>
            <a:endParaRPr lang="en-US" altLang="en-US"/>
          </a:p>
        </p:txBody>
      </p:sp>
    </p:spTree>
    <p:extLst>
      <p:ext uri="{BB962C8B-B14F-4D97-AF65-F5344CB8AC3E}">
        <p14:creationId xmlns:p14="http://schemas.microsoft.com/office/powerpoint/2010/main" val="31463596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2669496-621E-A1F6-6709-6C42443688DD}"/>
              </a:ext>
            </a:extLst>
          </p:cNvPr>
          <p:cNvSpPr>
            <a:spLocks noGrp="1"/>
          </p:cNvSpPr>
          <p:nvPr>
            <p:ph type="dt" sz="half" idx="10"/>
          </p:nvPr>
        </p:nvSpPr>
        <p:spPr/>
        <p:txBody>
          <a:bodyPr/>
          <a:lstStyle>
            <a:lvl1pPr>
              <a:defRPr/>
            </a:lvl1pPr>
          </a:lstStyle>
          <a:p>
            <a:pPr>
              <a:defRPr/>
            </a:pPr>
            <a:fld id="{1C14CE0C-C9B7-43CF-BAEF-ACE7E8D3B055}" type="datetime1">
              <a:rPr lang="en-IN"/>
              <a:pPr>
                <a:defRPr/>
              </a:pPr>
              <a:t>08-01-2025</a:t>
            </a:fld>
            <a:endParaRPr lang="en-US"/>
          </a:p>
        </p:txBody>
      </p:sp>
      <p:sp>
        <p:nvSpPr>
          <p:cNvPr id="4" name="Footer Placeholder 4">
            <a:extLst>
              <a:ext uri="{FF2B5EF4-FFF2-40B4-BE49-F238E27FC236}">
                <a16:creationId xmlns:a16="http://schemas.microsoft.com/office/drawing/2014/main" id="{05DBC54C-C497-1E87-C9E8-06F0684B56B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55F8BDF-A621-470D-B01C-088BE10C076F}"/>
              </a:ext>
            </a:extLst>
          </p:cNvPr>
          <p:cNvSpPr>
            <a:spLocks noGrp="1"/>
          </p:cNvSpPr>
          <p:nvPr>
            <p:ph type="sldNum" sz="quarter" idx="12"/>
          </p:nvPr>
        </p:nvSpPr>
        <p:spPr/>
        <p:txBody>
          <a:bodyPr/>
          <a:lstStyle>
            <a:lvl1pPr>
              <a:defRPr/>
            </a:lvl1pPr>
          </a:lstStyle>
          <a:p>
            <a:pPr>
              <a:defRPr/>
            </a:pPr>
            <a:fld id="{6123F237-1716-437D-8FD4-27B5DEA1B468}" type="slidenum">
              <a:rPr lang="en-US" altLang="en-US"/>
              <a:pPr>
                <a:defRPr/>
              </a:pPr>
              <a:t>‹#›</a:t>
            </a:fld>
            <a:endParaRPr lang="en-US" altLang="en-US"/>
          </a:p>
        </p:txBody>
      </p:sp>
    </p:spTree>
    <p:extLst>
      <p:ext uri="{BB962C8B-B14F-4D97-AF65-F5344CB8AC3E}">
        <p14:creationId xmlns:p14="http://schemas.microsoft.com/office/powerpoint/2010/main" val="35637448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DAAB033-4300-34D8-EA4F-97AAEDFC498C}"/>
              </a:ext>
            </a:extLst>
          </p:cNvPr>
          <p:cNvSpPr>
            <a:spLocks noGrp="1"/>
          </p:cNvSpPr>
          <p:nvPr>
            <p:ph type="dt" sz="half" idx="10"/>
          </p:nvPr>
        </p:nvSpPr>
        <p:spPr/>
        <p:txBody>
          <a:bodyPr/>
          <a:lstStyle>
            <a:lvl1pPr>
              <a:defRPr/>
            </a:lvl1pPr>
          </a:lstStyle>
          <a:p>
            <a:pPr>
              <a:defRPr/>
            </a:pPr>
            <a:fld id="{DD082B6B-3E96-44CD-ABAA-AB0FEC57448D}" type="datetime1">
              <a:rPr lang="en-IN"/>
              <a:pPr>
                <a:defRPr/>
              </a:pPr>
              <a:t>08-01-2025</a:t>
            </a:fld>
            <a:endParaRPr lang="en-US"/>
          </a:p>
        </p:txBody>
      </p:sp>
      <p:sp>
        <p:nvSpPr>
          <p:cNvPr id="3" name="Footer Placeholder 4">
            <a:extLst>
              <a:ext uri="{FF2B5EF4-FFF2-40B4-BE49-F238E27FC236}">
                <a16:creationId xmlns:a16="http://schemas.microsoft.com/office/drawing/2014/main" id="{8EB0190A-4A7E-CA3B-4189-E6CA6B16A4A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4B141FF-366C-8EBC-0EB6-9D1FEA95B8F8}"/>
              </a:ext>
            </a:extLst>
          </p:cNvPr>
          <p:cNvSpPr>
            <a:spLocks noGrp="1"/>
          </p:cNvSpPr>
          <p:nvPr>
            <p:ph type="sldNum" sz="quarter" idx="12"/>
          </p:nvPr>
        </p:nvSpPr>
        <p:spPr/>
        <p:txBody>
          <a:bodyPr/>
          <a:lstStyle>
            <a:lvl1pPr>
              <a:defRPr/>
            </a:lvl1pPr>
          </a:lstStyle>
          <a:p>
            <a:pPr>
              <a:defRPr/>
            </a:pPr>
            <a:fld id="{225329CA-DB9B-4246-9A8E-1D4E5B9B2DE5}" type="slidenum">
              <a:rPr lang="en-US" altLang="en-US"/>
              <a:pPr>
                <a:defRPr/>
              </a:pPr>
              <a:t>‹#›</a:t>
            </a:fld>
            <a:endParaRPr lang="en-US" altLang="en-US"/>
          </a:p>
        </p:txBody>
      </p:sp>
    </p:spTree>
    <p:extLst>
      <p:ext uri="{BB962C8B-B14F-4D97-AF65-F5344CB8AC3E}">
        <p14:creationId xmlns:p14="http://schemas.microsoft.com/office/powerpoint/2010/main" val="17920569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28E9980-E092-D2C3-B7A4-10FE79BA335B}"/>
              </a:ext>
            </a:extLst>
          </p:cNvPr>
          <p:cNvSpPr>
            <a:spLocks noGrp="1"/>
          </p:cNvSpPr>
          <p:nvPr>
            <p:ph type="dt" sz="half" idx="10"/>
          </p:nvPr>
        </p:nvSpPr>
        <p:spPr/>
        <p:txBody>
          <a:bodyPr/>
          <a:lstStyle>
            <a:lvl1pPr>
              <a:defRPr/>
            </a:lvl1pPr>
          </a:lstStyle>
          <a:p>
            <a:pPr>
              <a:defRPr/>
            </a:pPr>
            <a:fld id="{8DFDC26A-2585-4C26-8AAC-6B8B62F93982}" type="datetime1">
              <a:rPr lang="en-IN"/>
              <a:pPr>
                <a:defRPr/>
              </a:pPr>
              <a:t>08-01-2025</a:t>
            </a:fld>
            <a:endParaRPr lang="en-US"/>
          </a:p>
        </p:txBody>
      </p:sp>
      <p:sp>
        <p:nvSpPr>
          <p:cNvPr id="6" name="Footer Placeholder 4">
            <a:extLst>
              <a:ext uri="{FF2B5EF4-FFF2-40B4-BE49-F238E27FC236}">
                <a16:creationId xmlns:a16="http://schemas.microsoft.com/office/drawing/2014/main" id="{4A1740DB-18B7-025E-3EC9-D166B6849D6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958A160-BBE3-B907-8D60-C30DFD35FC99}"/>
              </a:ext>
            </a:extLst>
          </p:cNvPr>
          <p:cNvSpPr>
            <a:spLocks noGrp="1"/>
          </p:cNvSpPr>
          <p:nvPr>
            <p:ph type="sldNum" sz="quarter" idx="12"/>
          </p:nvPr>
        </p:nvSpPr>
        <p:spPr/>
        <p:txBody>
          <a:bodyPr/>
          <a:lstStyle>
            <a:lvl1pPr>
              <a:defRPr/>
            </a:lvl1pPr>
          </a:lstStyle>
          <a:p>
            <a:pPr>
              <a:defRPr/>
            </a:pPr>
            <a:fld id="{82857418-A324-4116-82AF-B427BCBC9C74}" type="slidenum">
              <a:rPr lang="en-US" altLang="en-US"/>
              <a:pPr>
                <a:defRPr/>
              </a:pPr>
              <a:t>‹#›</a:t>
            </a:fld>
            <a:endParaRPr lang="en-US" altLang="en-US"/>
          </a:p>
        </p:txBody>
      </p:sp>
    </p:spTree>
    <p:extLst>
      <p:ext uri="{BB962C8B-B14F-4D97-AF65-F5344CB8AC3E}">
        <p14:creationId xmlns:p14="http://schemas.microsoft.com/office/powerpoint/2010/main" val="4941308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48D8147-ECB4-8E38-FF71-59EDC8D6861A}"/>
              </a:ext>
            </a:extLst>
          </p:cNvPr>
          <p:cNvSpPr>
            <a:spLocks noGrp="1"/>
          </p:cNvSpPr>
          <p:nvPr>
            <p:ph type="dt" sz="half" idx="10"/>
          </p:nvPr>
        </p:nvSpPr>
        <p:spPr/>
        <p:txBody>
          <a:bodyPr/>
          <a:lstStyle>
            <a:lvl1pPr>
              <a:defRPr/>
            </a:lvl1pPr>
          </a:lstStyle>
          <a:p>
            <a:pPr>
              <a:defRPr/>
            </a:pPr>
            <a:fld id="{62DFBB0E-B85E-4DE7-9125-8B8D11740E03}" type="datetime1">
              <a:rPr lang="en-IN"/>
              <a:pPr>
                <a:defRPr/>
              </a:pPr>
              <a:t>08-01-2025</a:t>
            </a:fld>
            <a:endParaRPr lang="en-US"/>
          </a:p>
        </p:txBody>
      </p:sp>
      <p:sp>
        <p:nvSpPr>
          <p:cNvPr id="6" name="Footer Placeholder 4">
            <a:extLst>
              <a:ext uri="{FF2B5EF4-FFF2-40B4-BE49-F238E27FC236}">
                <a16:creationId xmlns:a16="http://schemas.microsoft.com/office/drawing/2014/main" id="{4E88E3D0-F45B-FF58-DF89-5B446319ADF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1EC7193-DBEE-3B10-9ABD-DE9C36FFC01E}"/>
              </a:ext>
            </a:extLst>
          </p:cNvPr>
          <p:cNvSpPr>
            <a:spLocks noGrp="1"/>
          </p:cNvSpPr>
          <p:nvPr>
            <p:ph type="sldNum" sz="quarter" idx="12"/>
          </p:nvPr>
        </p:nvSpPr>
        <p:spPr/>
        <p:txBody>
          <a:bodyPr/>
          <a:lstStyle>
            <a:lvl1pPr>
              <a:defRPr/>
            </a:lvl1pPr>
          </a:lstStyle>
          <a:p>
            <a:pPr>
              <a:defRPr/>
            </a:pPr>
            <a:fld id="{0B4F2A41-999C-4F78-AF21-F188A90B181B}" type="slidenum">
              <a:rPr lang="en-US" altLang="en-US"/>
              <a:pPr>
                <a:defRPr/>
              </a:pPr>
              <a:t>‹#›</a:t>
            </a:fld>
            <a:endParaRPr lang="en-US" altLang="en-US"/>
          </a:p>
        </p:txBody>
      </p:sp>
    </p:spTree>
    <p:extLst>
      <p:ext uri="{BB962C8B-B14F-4D97-AF65-F5344CB8AC3E}">
        <p14:creationId xmlns:p14="http://schemas.microsoft.com/office/powerpoint/2010/main" val="3973368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2A5256-CC35-7E70-C5B0-4CF16E4F9AD4}"/>
              </a:ext>
            </a:extLst>
          </p:cNvPr>
          <p:cNvSpPr>
            <a:spLocks noGrp="1"/>
          </p:cNvSpPr>
          <p:nvPr>
            <p:ph type="dt" sz="half" idx="10"/>
          </p:nvPr>
        </p:nvSpPr>
        <p:spPr/>
        <p:txBody>
          <a:bodyPr/>
          <a:lstStyle>
            <a:lvl1pPr>
              <a:defRPr/>
            </a:lvl1pPr>
          </a:lstStyle>
          <a:p>
            <a:pPr>
              <a:defRPr/>
            </a:pPr>
            <a:fld id="{B96FB643-0218-4BBA-9F26-0CEBDE24B94C}" type="datetime1">
              <a:rPr lang="en-IN"/>
              <a:pPr>
                <a:defRPr/>
              </a:pPr>
              <a:t>08-01-2025</a:t>
            </a:fld>
            <a:endParaRPr lang="en-US"/>
          </a:p>
        </p:txBody>
      </p:sp>
      <p:sp>
        <p:nvSpPr>
          <p:cNvPr id="5" name="Footer Placeholder 4">
            <a:extLst>
              <a:ext uri="{FF2B5EF4-FFF2-40B4-BE49-F238E27FC236}">
                <a16:creationId xmlns:a16="http://schemas.microsoft.com/office/drawing/2014/main" id="{4D5B2473-999A-457F-FFBE-221F3F958E8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C3CEC0E-BD24-C57D-7B85-6C206856DD13}"/>
              </a:ext>
            </a:extLst>
          </p:cNvPr>
          <p:cNvSpPr>
            <a:spLocks noGrp="1"/>
          </p:cNvSpPr>
          <p:nvPr>
            <p:ph type="sldNum" sz="quarter" idx="12"/>
          </p:nvPr>
        </p:nvSpPr>
        <p:spPr/>
        <p:txBody>
          <a:bodyPr/>
          <a:lstStyle>
            <a:lvl1pPr>
              <a:defRPr/>
            </a:lvl1pPr>
          </a:lstStyle>
          <a:p>
            <a:pPr>
              <a:defRPr/>
            </a:pPr>
            <a:fld id="{E2FA8E94-64C2-47BC-A9AF-3C81638433DB}" type="slidenum">
              <a:rPr lang="en-US" altLang="en-US"/>
              <a:pPr>
                <a:defRPr/>
              </a:pPr>
              <a:t>‹#›</a:t>
            </a:fld>
            <a:endParaRPr lang="en-US" altLang="en-US"/>
          </a:p>
        </p:txBody>
      </p:sp>
    </p:spTree>
    <p:extLst>
      <p:ext uri="{BB962C8B-B14F-4D97-AF65-F5344CB8AC3E}">
        <p14:creationId xmlns:p14="http://schemas.microsoft.com/office/powerpoint/2010/main" val="36635092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F9656D-F837-44B6-39B5-3E75F48C7F1A}"/>
              </a:ext>
            </a:extLst>
          </p:cNvPr>
          <p:cNvSpPr>
            <a:spLocks noGrp="1"/>
          </p:cNvSpPr>
          <p:nvPr>
            <p:ph type="dt" sz="half" idx="10"/>
          </p:nvPr>
        </p:nvSpPr>
        <p:spPr/>
        <p:txBody>
          <a:bodyPr/>
          <a:lstStyle>
            <a:lvl1pPr>
              <a:defRPr/>
            </a:lvl1pPr>
          </a:lstStyle>
          <a:p>
            <a:pPr>
              <a:defRPr/>
            </a:pPr>
            <a:fld id="{1CA402FD-B275-4408-B6AA-85D931782067}" type="datetime1">
              <a:rPr lang="en-IN"/>
              <a:pPr>
                <a:defRPr/>
              </a:pPr>
              <a:t>08-01-2025</a:t>
            </a:fld>
            <a:endParaRPr lang="en-US"/>
          </a:p>
        </p:txBody>
      </p:sp>
      <p:sp>
        <p:nvSpPr>
          <p:cNvPr id="5" name="Footer Placeholder 4">
            <a:extLst>
              <a:ext uri="{FF2B5EF4-FFF2-40B4-BE49-F238E27FC236}">
                <a16:creationId xmlns:a16="http://schemas.microsoft.com/office/drawing/2014/main" id="{B2E8E21D-69CD-2EC1-2335-259E76C7537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28D65D9-1966-D1A1-06F8-28D775180FAA}"/>
              </a:ext>
            </a:extLst>
          </p:cNvPr>
          <p:cNvSpPr>
            <a:spLocks noGrp="1"/>
          </p:cNvSpPr>
          <p:nvPr>
            <p:ph type="sldNum" sz="quarter" idx="12"/>
          </p:nvPr>
        </p:nvSpPr>
        <p:spPr/>
        <p:txBody>
          <a:bodyPr/>
          <a:lstStyle>
            <a:lvl1pPr>
              <a:defRPr/>
            </a:lvl1pPr>
          </a:lstStyle>
          <a:p>
            <a:pPr>
              <a:defRPr/>
            </a:pPr>
            <a:fld id="{7C38AA80-789D-4C9F-AD61-998BB8EC7AFD}" type="slidenum">
              <a:rPr lang="en-US" altLang="en-US"/>
              <a:pPr>
                <a:defRPr/>
              </a:pPr>
              <a:t>‹#›</a:t>
            </a:fld>
            <a:endParaRPr lang="en-US" altLang="en-US"/>
          </a:p>
        </p:txBody>
      </p:sp>
    </p:spTree>
    <p:extLst>
      <p:ext uri="{BB962C8B-B14F-4D97-AF65-F5344CB8AC3E}">
        <p14:creationId xmlns:p14="http://schemas.microsoft.com/office/powerpoint/2010/main" val="3109191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1C9D314-7778-9CF4-FB0F-AB56F2A862B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0123C8D2-C713-6534-363D-97090FD6756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CF95EBB4-2346-9E38-48AA-DED72E7D72F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6BADC82-BA70-45A2-B7E3-7BAAC94D73BF}" type="datetime1">
              <a:rPr lang="en-IN"/>
              <a:pPr>
                <a:defRPr/>
              </a:pPr>
              <a:t>08-01-2025</a:t>
            </a:fld>
            <a:endParaRPr lang="en-IN"/>
          </a:p>
        </p:txBody>
      </p:sp>
      <p:sp>
        <p:nvSpPr>
          <p:cNvPr id="5" name="Footer Placeholder 4">
            <a:extLst>
              <a:ext uri="{FF2B5EF4-FFF2-40B4-BE49-F238E27FC236}">
                <a16:creationId xmlns:a16="http://schemas.microsoft.com/office/drawing/2014/main" id="{56240C6F-B204-911E-01E8-8C9FFD34A00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3F4FE495-35A1-40D8-0C06-C756EA56EB1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4386E220-6B55-4A85-A6BD-F895C6431FAB}"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7214FE23-9225-1B9E-87C7-9E543BE30432}"/>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FB3FDC16-D5B9-25AE-0251-01EBA158B0A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FD161E7-B1B6-6DF9-AA38-7251A576884A}"/>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58192FF3-6186-42F1-8D56-3E77A8973ADC}" type="datetime1">
              <a:rPr lang="en-IN"/>
              <a:pPr>
                <a:defRPr/>
              </a:pPr>
              <a:t>08-01-2025</a:t>
            </a:fld>
            <a:endParaRPr lang="en-US"/>
          </a:p>
        </p:txBody>
      </p:sp>
      <p:sp>
        <p:nvSpPr>
          <p:cNvPr id="5" name="Footer Placeholder 4">
            <a:extLst>
              <a:ext uri="{FF2B5EF4-FFF2-40B4-BE49-F238E27FC236}">
                <a16:creationId xmlns:a16="http://schemas.microsoft.com/office/drawing/2014/main" id="{C123E4AE-B016-47F6-070C-5666E0F617C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403DE483-6CEE-C22D-4BE0-48516F45B63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F9759698-A16E-4486-B0A0-F50DC484699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A2989E9A-B0AE-E6F2-5748-E94CEFF48162}"/>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7841DE31-5100-4D7A-58EF-392D7252B924}"/>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B5888B7-573C-F8D3-287A-60E2CF29E9AA}"/>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55608ED3-0096-437A-8F05-503F8A674193}" type="datetime1">
              <a:rPr lang="en-IN"/>
              <a:pPr>
                <a:defRPr/>
              </a:pPr>
              <a:t>08-01-2025</a:t>
            </a:fld>
            <a:endParaRPr lang="en-US"/>
          </a:p>
        </p:txBody>
      </p:sp>
      <p:sp>
        <p:nvSpPr>
          <p:cNvPr id="5" name="Footer Placeholder 4">
            <a:extLst>
              <a:ext uri="{FF2B5EF4-FFF2-40B4-BE49-F238E27FC236}">
                <a16:creationId xmlns:a16="http://schemas.microsoft.com/office/drawing/2014/main" id="{1117787D-5CCA-599F-A6D2-6677EAC2DA04}"/>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3315EFB2-33B2-647F-C123-2B2D5DFAB67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77293F-5A88-47C9-A729-885F7436DF1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D0D5332F-48F0-455D-ED27-B62847240F88}"/>
              </a:ext>
            </a:extLst>
          </p:cNvPr>
          <p:cNvSpPr>
            <a:spLocks noGrp="1" noChangeArrowheads="1"/>
          </p:cNvSpPr>
          <p:nvPr>
            <p:ph type="title"/>
          </p:nvPr>
        </p:nvSpPr>
        <p:spPr>
          <a:xfrm>
            <a:off x="239713" y="747713"/>
            <a:ext cx="8580437" cy="1457325"/>
          </a:xfrm>
        </p:spPr>
        <p:txBody>
          <a:bodyPr/>
          <a:lstStyle/>
          <a:p>
            <a:pPr eaLnBrk="1" hangingPunct="1"/>
            <a:r>
              <a:rPr lang="en-IN" altLang="en-US" sz="2000">
                <a:latin typeface="Times New Roman" panose="02020603050405020304" pitchFamily="18" charset="0"/>
                <a:cs typeface="Times New Roman" panose="02020603050405020304" pitchFamily="18" charset="0"/>
              </a:rPr>
              <a:t>Capstone Project – I:  Review – 2 on</a:t>
            </a:r>
            <a:br>
              <a:rPr lang="en-IN" altLang="en-US" sz="3200" b="1">
                <a:latin typeface="Times New Roman" panose="02020603050405020304" pitchFamily="18" charset="0"/>
                <a:cs typeface="Times New Roman" panose="02020603050405020304" pitchFamily="18" charset="0"/>
              </a:rPr>
            </a:br>
            <a:r>
              <a:rPr lang="en-US" altLang="en-US" sz="3200" b="1">
                <a:latin typeface="Times New Roman" panose="02020603050405020304" pitchFamily="18" charset="0"/>
                <a:cs typeface="Times New Roman" panose="02020603050405020304" pitchFamily="18" charset="0"/>
              </a:rPr>
              <a:t>To develop a portal for silk farming information</a:t>
            </a:r>
            <a:endParaRPr lang="en-IN" altLang="en-US" sz="3200" b="1">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D4599417-4EDC-7206-7085-939F5E532C87}"/>
              </a:ext>
            </a:extLst>
          </p:cNvPr>
          <p:cNvSpPr>
            <a:spLocks noGrp="1"/>
          </p:cNvSpPr>
          <p:nvPr>
            <p:ph idx="1"/>
          </p:nvPr>
        </p:nvSpPr>
        <p:spPr>
          <a:xfrm>
            <a:off x="2411413" y="4508500"/>
            <a:ext cx="4105275" cy="1222375"/>
          </a:xfrm>
        </p:spPr>
        <p:txBody>
          <a:bodyPr rtlCol="0">
            <a:normAutofit/>
          </a:bodyPr>
          <a:lstStyle/>
          <a:p>
            <a:pPr marL="0" indent="0" algn="ctr" eaLnBrk="1" fontAlgn="auto" hangingPunct="1">
              <a:spcAft>
                <a:spcPts val="0"/>
              </a:spcAft>
              <a:buFont typeface="Arial" panose="020B0604020202020204" pitchFamily="34" charset="0"/>
              <a:buNone/>
              <a:defRPr/>
            </a:pPr>
            <a:r>
              <a:rPr lang="en-IN" sz="2000" b="1" dirty="0">
                <a:solidFill>
                  <a:srgbClr val="0070C0"/>
                </a:solidFill>
                <a:latin typeface="Times New Roman" panose="02020603050405020304" pitchFamily="18" charset="0"/>
                <a:cs typeface="Times New Roman" panose="02020603050405020304" pitchFamily="18" charset="0"/>
              </a:rPr>
              <a:t>Under the Guidance of</a:t>
            </a:r>
            <a:endParaRPr lang="en-US" altLang="en-US" sz="2000" dirty="0">
              <a:latin typeface="Times New Roman" pitchFamily="18" charset="0"/>
              <a:cs typeface="Times New Roman" pitchFamily="18" charset="0"/>
            </a:endParaRPr>
          </a:p>
          <a:p>
            <a:pPr marL="0" indent="0" algn="ctr" eaLnBrk="1" fontAlgn="auto" hangingPunct="1">
              <a:spcAft>
                <a:spcPts val="0"/>
              </a:spcAft>
              <a:buFont typeface="Arial" panose="020B0604020202020204" pitchFamily="34" charset="0"/>
              <a:buNone/>
              <a:defRPr/>
            </a:pPr>
            <a:r>
              <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Dr Dayananda Lal N</a:t>
            </a:r>
          </a:p>
          <a:p>
            <a:pPr marL="0" indent="0" algn="ctr" eaLnBrk="1" fontAlgn="auto" hangingPunct="1">
              <a:spcAft>
                <a:spcPts val="0"/>
              </a:spcAft>
              <a:buFont typeface="Arial" panose="020B0604020202020204" pitchFamily="34" charset="0"/>
              <a:buNone/>
              <a:defRPr/>
            </a:pPr>
            <a:r>
              <a:rPr lang="en-IN" sz="1400" b="1" dirty="0">
                <a:solidFill>
                  <a:schemeClr val="tx1">
                    <a:lumMod val="85000"/>
                    <a:lumOff val="15000"/>
                  </a:schemeClr>
                </a:solidFill>
                <a:latin typeface="Times New Roman" panose="02020603050405020304" pitchFamily="18" charset="0"/>
                <a:cs typeface="Times New Roman" panose="02020603050405020304" pitchFamily="18" charset="0"/>
              </a:rPr>
              <a:t>Assistant Professor</a:t>
            </a:r>
            <a:endParaRPr lang="en-IN" altLang="en-US" sz="1400" b="1"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ctr" eaLnBrk="1" fontAlgn="auto" hangingPunct="1">
              <a:spcAft>
                <a:spcPts val="0"/>
              </a:spcAft>
              <a:buFont typeface="Arial" panose="020B0604020202020204" pitchFamily="34" charset="0"/>
              <a:buNone/>
              <a:defRPr/>
            </a:pP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TextBox 4">
            <a:extLst>
              <a:ext uri="{FF2B5EF4-FFF2-40B4-BE49-F238E27FC236}">
                <a16:creationId xmlns:a16="http://schemas.microsoft.com/office/drawing/2014/main" id="{25608035-909D-B7D0-6B5F-7A56ADAB130A}"/>
              </a:ext>
            </a:extLst>
          </p:cNvPr>
          <p:cNvSpPr txBox="1">
            <a:spLocks noChangeArrowheads="1"/>
          </p:cNvSpPr>
          <p:nvPr/>
        </p:nvSpPr>
        <p:spPr bwMode="auto">
          <a:xfrm>
            <a:off x="-828675" y="2551113"/>
            <a:ext cx="9456738" cy="1670050"/>
          </a:xfrm>
          <a:prstGeom prst="rect">
            <a:avLst/>
          </a:prstGeom>
          <a:noFill/>
          <a:ln>
            <a:noFill/>
          </a:ln>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1" hangingPunct="1">
              <a:defRPr/>
            </a:pPr>
            <a:r>
              <a:rPr lang="en-IN" altLang="en-US" sz="2000" b="1" dirty="0">
                <a:solidFill>
                  <a:srgbClr val="C00000"/>
                </a:solidFill>
                <a:latin typeface="Times New Roman" pitchFamily="18" charset="0"/>
                <a:cs typeface="Times New Roman" pitchFamily="18" charset="0"/>
              </a:rPr>
              <a:t>                      Presented by the Batch No. : 06</a:t>
            </a:r>
          </a:p>
          <a:p>
            <a:pPr>
              <a:defRPr/>
            </a:pPr>
            <a:endParaRPr lang="en-US" altLang="en-US" sz="1050" dirty="0">
              <a:solidFill>
                <a:prstClr val="black"/>
              </a:solidFill>
              <a:latin typeface="Times New Roman" pitchFamily="18" charset="0"/>
              <a:cs typeface="Times New Roman" pitchFamily="18" charset="0"/>
            </a:endParaRPr>
          </a:p>
          <a:p>
            <a:pPr algn="ctr">
              <a:defRPr/>
            </a:pPr>
            <a:r>
              <a:rPr lang="en-US" altLang="en-US" sz="1800" dirty="0">
                <a:solidFill>
                  <a:prstClr val="black"/>
                </a:solidFill>
                <a:latin typeface="Times New Roman" pitchFamily="18" charset="0"/>
                <a:cs typeface="Times New Roman" pitchFamily="18" charset="0"/>
              </a:rPr>
              <a:t>                                        </a:t>
            </a:r>
            <a:r>
              <a:rPr lang="en-US" altLang="en-US" sz="1800" b="1" dirty="0">
                <a:solidFill>
                  <a:prstClr val="black"/>
                </a:solidFill>
                <a:latin typeface="Times New Roman" pitchFamily="18" charset="0"/>
                <a:cs typeface="Times New Roman" pitchFamily="18" charset="0"/>
              </a:rPr>
              <a:t>MANJUNATH  ACHARI V N              BU21CSEN0600130</a:t>
            </a:r>
            <a:endParaRPr lang="en-US" altLang="en-US" sz="1800" dirty="0">
              <a:solidFill>
                <a:prstClr val="black"/>
              </a:solidFill>
              <a:latin typeface="Times New Roman" pitchFamily="18" charset="0"/>
              <a:cs typeface="Times New Roman" pitchFamily="18" charset="0"/>
            </a:endParaRPr>
          </a:p>
          <a:p>
            <a:pPr algn="ctr">
              <a:defRPr/>
            </a:pPr>
            <a:r>
              <a:rPr lang="en-US" altLang="en-US" sz="1800" b="1" dirty="0">
                <a:solidFill>
                  <a:prstClr val="black"/>
                </a:solidFill>
                <a:latin typeface="Times New Roman" pitchFamily="18" charset="0"/>
                <a:cs typeface="Times New Roman" pitchFamily="18" charset="0"/>
              </a:rPr>
              <a:t>                                        K VAMSI                                                 BU21CSEN0600093</a:t>
            </a:r>
            <a:endParaRPr lang="en-US" altLang="en-US" sz="1800" dirty="0">
              <a:solidFill>
                <a:prstClr val="black"/>
              </a:solidFill>
              <a:latin typeface="Times New Roman" pitchFamily="18" charset="0"/>
              <a:cs typeface="Times New Roman" pitchFamily="18" charset="0"/>
            </a:endParaRPr>
          </a:p>
          <a:p>
            <a:pPr algn="ctr">
              <a:defRPr/>
            </a:pPr>
            <a:r>
              <a:rPr lang="it-IT" altLang="en-US" sz="1800" b="1" dirty="0">
                <a:solidFill>
                  <a:prstClr val="black"/>
                </a:solidFill>
                <a:latin typeface="Times New Roman" pitchFamily="18" charset="0"/>
                <a:cs typeface="Times New Roman" pitchFamily="18" charset="0"/>
              </a:rPr>
              <a:t>                                        C YOGA </a:t>
            </a:r>
            <a:r>
              <a:rPr lang="en-US" altLang="en-US" sz="1800" b="1" dirty="0">
                <a:solidFill>
                  <a:prstClr val="black"/>
                </a:solidFill>
                <a:latin typeface="Times New Roman" pitchFamily="18" charset="0"/>
                <a:cs typeface="Times New Roman" pitchFamily="18" charset="0"/>
              </a:rPr>
              <a:t>NANDA                                   BU21CSEN0600120 </a:t>
            </a:r>
            <a:endParaRPr lang="en-US" altLang="en-US" sz="1800" dirty="0">
              <a:solidFill>
                <a:prstClr val="black"/>
              </a:solidFill>
              <a:latin typeface="Times New Roman" pitchFamily="18" charset="0"/>
              <a:cs typeface="Times New Roman" pitchFamily="18" charset="0"/>
            </a:endParaRPr>
          </a:p>
          <a:p>
            <a:pPr algn="ctr">
              <a:defRPr/>
            </a:pPr>
            <a:r>
              <a:rPr lang="it-IT" altLang="en-US" sz="1800" b="1" dirty="0">
                <a:solidFill>
                  <a:prstClr val="black"/>
                </a:solidFill>
                <a:latin typeface="Times New Roman" pitchFamily="18" charset="0"/>
                <a:cs typeface="Times New Roman" pitchFamily="18" charset="0"/>
              </a:rPr>
              <a:t>                                        K  </a:t>
            </a:r>
            <a:r>
              <a:rPr lang="en-US" altLang="en-US" sz="1800" b="1" dirty="0">
                <a:solidFill>
                  <a:prstClr val="black"/>
                </a:solidFill>
                <a:latin typeface="Times New Roman" pitchFamily="18" charset="0"/>
                <a:cs typeface="Times New Roman" pitchFamily="18" charset="0"/>
              </a:rPr>
              <a:t>SRINIVASULU                                  BU21CSEN0600095</a:t>
            </a:r>
            <a:endParaRPr lang="en-US" altLang="en-US" sz="1800" dirty="0">
              <a:solidFill>
                <a:prstClr val="black"/>
              </a:solidFill>
              <a:latin typeface="Times New Roman" pitchFamily="18" charset="0"/>
              <a:cs typeface="Times New Roman" pitchFamily="18" charset="0"/>
            </a:endParaRPr>
          </a:p>
        </p:txBody>
      </p:sp>
      <p:sp>
        <p:nvSpPr>
          <p:cNvPr id="5125" name="Rectangle 11">
            <a:extLst>
              <a:ext uri="{FF2B5EF4-FFF2-40B4-BE49-F238E27FC236}">
                <a16:creationId xmlns:a16="http://schemas.microsoft.com/office/drawing/2014/main" id="{DAC12AC0-5948-BED2-8E84-51DE87E5BC69}"/>
              </a:ext>
            </a:extLst>
          </p:cNvPr>
          <p:cNvSpPr>
            <a:spLocks noChangeArrowheads="1"/>
          </p:cNvSpPr>
          <p:nvPr/>
        </p:nvSpPr>
        <p:spPr bwMode="auto">
          <a:xfrm>
            <a:off x="539750" y="5732463"/>
            <a:ext cx="828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000" b="1">
                <a:solidFill>
                  <a:srgbClr val="000099"/>
                </a:solidFill>
                <a:latin typeface="Times New Roman" panose="02020603050405020304" pitchFamily="18" charset="0"/>
                <a:cs typeface="Times New Roman" panose="02020603050405020304" pitchFamily="18" charset="0"/>
              </a:rPr>
              <a:t>Department of Artificial Intelligence and Data Science</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GITAM School of Technology, GITAM (Deemed to be University),</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Bengaluru, Karnataka, INDIA.</a:t>
            </a:r>
            <a:endParaRPr lang="en-IN" altLang="en-US" sz="2000" b="1">
              <a:solidFill>
                <a:srgbClr val="000099"/>
              </a:solidFill>
              <a:latin typeface="Times New Roman" panose="02020603050405020304" pitchFamily="18" charset="0"/>
              <a:cs typeface="Times New Roman" panose="02020603050405020304" pitchFamily="18" charset="0"/>
            </a:endParaRPr>
          </a:p>
        </p:txBody>
      </p:sp>
      <p:pic>
        <p:nvPicPr>
          <p:cNvPr id="5126" name="Picture 2" descr="D:\GITAM-GST-CSE\2024-25\Capstone-Project\GITAM-newlogo.jpeg">
            <a:extLst>
              <a:ext uri="{FF2B5EF4-FFF2-40B4-BE49-F238E27FC236}">
                <a16:creationId xmlns:a16="http://schemas.microsoft.com/office/drawing/2014/main" id="{0C4B70C9-798B-6939-3E55-7323B01AA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61D6699-1952-F2A7-507A-7E221CBDDFE5}"/>
              </a:ext>
            </a:extLst>
          </p:cNvPr>
          <p:cNvSpPr>
            <a:spLocks noGrp="1" noChangeArrowheads="1"/>
          </p:cNvSpPr>
          <p:nvPr>
            <p:ph type="title"/>
          </p:nvPr>
        </p:nvSpPr>
        <p:spPr>
          <a:xfrm>
            <a:off x="395288" y="765175"/>
            <a:ext cx="5278437" cy="885825"/>
          </a:xfrm>
        </p:spPr>
        <p:txBody>
          <a:bodyPr/>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1DCD8DA0-C35B-4BC5-7ED2-C97204627818}"/>
              </a:ext>
            </a:extLst>
          </p:cNvPr>
          <p:cNvSpPr>
            <a:spLocks noGrp="1"/>
          </p:cNvSpPr>
          <p:nvPr>
            <p:ph idx="1"/>
          </p:nvPr>
        </p:nvSpPr>
        <p:spPr>
          <a:xfrm>
            <a:off x="414338" y="1651000"/>
            <a:ext cx="7931150" cy="4459288"/>
          </a:xfrm>
        </p:spPr>
        <p:txBody>
          <a:bodyPr rtlCol="0">
            <a:noAutofit/>
          </a:bodyPr>
          <a:lstStyle/>
          <a:p>
            <a:pPr marL="457200" indent="-457200" eaLnBrk="1" fontAlgn="auto" hangingPunct="1">
              <a:spcAft>
                <a:spcPts val="0"/>
              </a:spcAft>
              <a:buFont typeface="+mj-lt"/>
              <a:buAutoNum type="arabicPeriod"/>
              <a:defRPr/>
            </a:pPr>
            <a:r>
              <a:rPr lang="en-IN" sz="2000" dirty="0">
                <a:solidFill>
                  <a:schemeClr val="accent3"/>
                </a:solidFill>
                <a:latin typeface="Times New Roman" panose="02020603050405020304" pitchFamily="18" charset="0"/>
                <a:cs typeface="Times New Roman" panose="02020603050405020304" pitchFamily="18" charset="0"/>
              </a:rPr>
              <a:t>Abstract</a:t>
            </a:r>
          </a:p>
          <a:p>
            <a:pPr marL="457200" indent="-457200" eaLnBrk="1" fontAlgn="auto" hangingPunct="1">
              <a:spcAft>
                <a:spcPts val="0"/>
              </a:spcAft>
              <a:buFont typeface="+mj-lt"/>
              <a:buAutoNum type="arabicPeriod"/>
              <a:defRPr/>
            </a:pPr>
            <a:r>
              <a:rPr lang="en-IN" sz="2000" dirty="0">
                <a:solidFill>
                  <a:schemeClr val="accent3"/>
                </a:solidFill>
                <a:latin typeface="Times New Roman" panose="02020603050405020304" pitchFamily="18" charset="0"/>
                <a:cs typeface="Times New Roman" panose="02020603050405020304" pitchFamily="18" charset="0"/>
              </a:rPr>
              <a:t>Introduction</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Literature Survey</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Problem Statement</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Objectives</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Requirement Analysis</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Identification of tools/technology/algorithms</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Final Design Strategy (project workflow/ system design/ DFD/UML design)</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Status of Implementation</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Conclusion</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Gantt Chart</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References</a:t>
            </a:r>
            <a:endParaRPr lang="en-IN" sz="2000" dirty="0">
              <a:solidFill>
                <a:schemeClr val="accent3"/>
              </a:solidFill>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endParaRPr lang="en-IN" sz="2000" dirty="0">
              <a:latin typeface="Times New Roman" panose="02020603050405020304" pitchFamily="18" charset="0"/>
              <a:cs typeface="Times New Roman" panose="02020603050405020304" pitchFamily="18" charset="0"/>
            </a:endParaRPr>
          </a:p>
        </p:txBody>
      </p:sp>
      <p:sp>
        <p:nvSpPr>
          <p:cNvPr id="6148" name="Slide Number Placeholder 1">
            <a:extLst>
              <a:ext uri="{FF2B5EF4-FFF2-40B4-BE49-F238E27FC236}">
                <a16:creationId xmlns:a16="http://schemas.microsoft.com/office/drawing/2014/main" id="{283CA25E-A986-07D5-17B1-180D2097B87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A55A89D-1CE7-4832-8AB1-6E8049800AF3}" type="slidenum">
              <a:rPr lang="en-US" altLang="en-US" sz="1200" smtClean="0">
                <a:solidFill>
                  <a:srgbClr val="898989"/>
                </a:solidFill>
              </a:rPr>
              <a:pPr>
                <a:spcBef>
                  <a:spcPct val="0"/>
                </a:spcBef>
                <a:buFontTx/>
                <a:buNone/>
              </a:pPr>
              <a:t>2</a:t>
            </a:fld>
            <a:endParaRPr lang="en-US" altLang="en-US" sz="1200">
              <a:solidFill>
                <a:srgbClr val="898989"/>
              </a:solidFill>
            </a:endParaRPr>
          </a:p>
        </p:txBody>
      </p:sp>
      <p:pic>
        <p:nvPicPr>
          <p:cNvPr id="6149" name="Picture 2" descr="D:\GITAM-GST-CSE\2024-25\Capstone-Project\GITAM-newlogo.jpeg">
            <a:extLst>
              <a:ext uri="{FF2B5EF4-FFF2-40B4-BE49-F238E27FC236}">
                <a16:creationId xmlns:a16="http://schemas.microsoft.com/office/drawing/2014/main" id="{E364BCC2-F8D8-2975-951E-9C78AC94B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GITAM-GST-CSE\2024-25\Capstone-Project\GITAM-newlogo.jpeg">
            <a:extLst>
              <a:ext uri="{FF2B5EF4-FFF2-40B4-BE49-F238E27FC236}">
                <a16:creationId xmlns:a16="http://schemas.microsoft.com/office/drawing/2014/main" id="{5C817C06-B924-9B6C-1E8D-96B5C4649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a:extLst>
              <a:ext uri="{FF2B5EF4-FFF2-40B4-BE49-F238E27FC236}">
                <a16:creationId xmlns:a16="http://schemas.microsoft.com/office/drawing/2014/main" id="{66B9FEB9-7365-D8B8-CFD2-31182332ED28}"/>
              </a:ext>
            </a:extLst>
          </p:cNvPr>
          <p:cNvSpPr>
            <a:spLocks noChangeArrowheads="1"/>
          </p:cNvSpPr>
          <p:nvPr/>
        </p:nvSpPr>
        <p:spPr bwMode="auto">
          <a:xfrm>
            <a:off x="3059113" y="312738"/>
            <a:ext cx="2401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Abstract</a:t>
            </a:r>
          </a:p>
        </p:txBody>
      </p:sp>
      <p:sp>
        <p:nvSpPr>
          <p:cNvPr id="7172" name="Rectangle 6">
            <a:extLst>
              <a:ext uri="{FF2B5EF4-FFF2-40B4-BE49-F238E27FC236}">
                <a16:creationId xmlns:a16="http://schemas.microsoft.com/office/drawing/2014/main" id="{F480B51D-E084-BF0E-5236-04B4882C61D2}"/>
              </a:ext>
            </a:extLst>
          </p:cNvPr>
          <p:cNvSpPr>
            <a:spLocks noChangeArrowheads="1"/>
          </p:cNvSpPr>
          <p:nvPr/>
        </p:nvSpPr>
        <p:spPr bwMode="auto">
          <a:xfrm>
            <a:off x="250825" y="1052513"/>
            <a:ext cx="8281988" cy="5632311"/>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Silk cocoon rearing is an essential process in the silk industry, yet many farmers face challenges due to limited access to the information. </a:t>
            </a:r>
          </a:p>
          <a:p>
            <a:pPr marL="415925" indent="-342900" algn="just" eaLnBrk="1" hangingPunct="1">
              <a:spcBef>
                <a:spcPct val="0"/>
              </a:spcBef>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This project aims to develop a user-friendly website designed specifically for silk cocoon rearing farmers, providing them with up-to-date matter and accurate information to improve their farming practices. </a:t>
            </a:r>
          </a:p>
          <a:p>
            <a:pPr marL="415925" indent="-342900" algn="just" eaLnBrk="1" hangingPunct="1">
              <a:spcBef>
                <a:spcPct val="0"/>
              </a:spcBef>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The website will useful for what are the measures to follow in cocoon rearing techniques, pest and disease control, environmental and market insights. </a:t>
            </a:r>
          </a:p>
          <a:p>
            <a:pPr marL="415925" indent="-342900" algn="just" eaLnBrk="1" hangingPunct="1">
              <a:spcBef>
                <a:spcPct val="0"/>
              </a:spcBef>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Additionally, it will feature sections for weather updates, government schemes, and a community forum where farmers can exchange knowledge and solutions. </a:t>
            </a:r>
          </a:p>
          <a:p>
            <a:pPr algn="just" eaLnBrk="1" hangingPunct="1">
              <a:spcBef>
                <a:spcPct val="0"/>
              </a:spcBef>
              <a:buNone/>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The website will helpful for </a:t>
            </a:r>
            <a:r>
              <a:rPr lang="en-US" altLang="en-US" sz="2000">
                <a:latin typeface="Times New Roman" panose="02020603050405020304" pitchFamily="18" charset="0"/>
                <a:cs typeface="Times New Roman" panose="02020603050405020304" pitchFamily="18" charset="0"/>
              </a:rPr>
              <a:t>silk farmers in </a:t>
            </a:r>
            <a:r>
              <a:rPr lang="en-US" altLang="en-US" sz="2000" dirty="0">
                <a:latin typeface="Times New Roman" panose="02020603050405020304" pitchFamily="18" charset="0"/>
                <a:cs typeface="Times New Roman" panose="02020603050405020304" pitchFamily="18" charset="0"/>
              </a:rPr>
              <a:t>reduce risks, and increase profitability in silk farming.</a:t>
            </a:r>
            <a:endParaRPr lang="en-US" altLang="en-US" sz="2000" b="1" i="1" u="sng" dirty="0">
              <a:latin typeface="Times New Roman" panose="02020603050405020304" pitchFamily="18" charset="0"/>
              <a:cs typeface="Times New Roman" panose="02020603050405020304" pitchFamily="18" charset="0"/>
            </a:endParaRPr>
          </a:p>
          <a:p>
            <a:pPr algn="just" eaLnBrk="1" hangingPunct="1">
              <a:spcBef>
                <a:spcPct val="0"/>
              </a:spcBef>
              <a:buFontTx/>
              <a:buNone/>
              <a:defRPr/>
            </a:pPr>
            <a:endParaRPr lang="en-US" altLang="en-US" sz="2000" b="1" i="1"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GITAM-GST-CSE\2024-25\Capstone-Project\GITAM-newlogo.jpeg">
            <a:extLst>
              <a:ext uri="{FF2B5EF4-FFF2-40B4-BE49-F238E27FC236}">
                <a16:creationId xmlns:a16="http://schemas.microsoft.com/office/drawing/2014/main" id="{1B291640-5FF9-8D2C-9E91-BCA0FB3C3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2">
            <a:extLst>
              <a:ext uri="{FF2B5EF4-FFF2-40B4-BE49-F238E27FC236}">
                <a16:creationId xmlns:a16="http://schemas.microsoft.com/office/drawing/2014/main" id="{9CB0050F-79E4-4433-147F-A21898AAB64B}"/>
              </a:ext>
            </a:extLst>
          </p:cNvPr>
          <p:cNvSpPr>
            <a:spLocks noChangeArrowheads="1"/>
          </p:cNvSpPr>
          <p:nvPr/>
        </p:nvSpPr>
        <p:spPr bwMode="auto">
          <a:xfrm>
            <a:off x="2843213" y="195263"/>
            <a:ext cx="2135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Introduction</a:t>
            </a:r>
          </a:p>
        </p:txBody>
      </p:sp>
      <p:sp>
        <p:nvSpPr>
          <p:cNvPr id="3" name="Rectangle 6">
            <a:extLst>
              <a:ext uri="{FF2B5EF4-FFF2-40B4-BE49-F238E27FC236}">
                <a16:creationId xmlns:a16="http://schemas.microsoft.com/office/drawing/2014/main" id="{5E76C184-9378-D09B-A064-3BF44643EBBA}"/>
              </a:ext>
            </a:extLst>
          </p:cNvPr>
          <p:cNvSpPr>
            <a:spLocks noChangeArrowheads="1"/>
          </p:cNvSpPr>
          <p:nvPr/>
        </p:nvSpPr>
        <p:spPr bwMode="auto">
          <a:xfrm>
            <a:off x="179388" y="549275"/>
            <a:ext cx="9072562" cy="6862763"/>
          </a:xfrm>
          <a:prstGeom prst="rect">
            <a:avLst/>
          </a:prstGeom>
          <a:noFill/>
          <a:ln>
            <a:noFill/>
          </a:ln>
          <a:effectLst/>
        </p:spPr>
        <p:txBody>
          <a:bodyPr anchor="ctr">
            <a:spAutoFit/>
          </a:bodyPr>
          <a:lstStyle/>
          <a:p>
            <a:pPr>
              <a:defRPr/>
            </a:pPr>
            <a:r>
              <a:rPr lang="en-US" altLang="en-US" sz="2000" b="1" dirty="0">
                <a:latin typeface="Times New Roman" panose="02020603050405020304" pitchFamily="18" charset="0"/>
                <a:cs typeface="Times New Roman" panose="02020603050405020304" pitchFamily="18" charset="0"/>
              </a:rPr>
              <a:t>Definition</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Silk farming, also called sericulture, involves the cultivation of silkworms for the production of silk threads, a natural protein fiber used in textiles.</a:t>
            </a:r>
          </a:p>
          <a:p>
            <a:pPr>
              <a:defRPr/>
            </a:pPr>
            <a:r>
              <a:rPr lang="en-US" altLang="en-US" sz="2000" b="1" dirty="0">
                <a:latin typeface="Times New Roman" panose="02020603050405020304" pitchFamily="18" charset="0"/>
                <a:cs typeface="Times New Roman" panose="02020603050405020304" pitchFamily="18" charset="0"/>
              </a:rPr>
              <a:t>Historical Origins</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Originated in </a:t>
            </a:r>
            <a:r>
              <a:rPr lang="en-US" altLang="en-US" sz="2000" b="1" dirty="0">
                <a:latin typeface="Times New Roman" panose="02020603050405020304" pitchFamily="18" charset="0"/>
                <a:cs typeface="Times New Roman" panose="02020603050405020304" pitchFamily="18" charset="0"/>
              </a:rPr>
              <a:t>ancient China</a:t>
            </a:r>
            <a:r>
              <a:rPr lang="en-US" altLang="en-US" sz="2000" dirty="0">
                <a:latin typeface="Times New Roman" panose="02020603050405020304" pitchFamily="18" charset="0"/>
                <a:cs typeface="Times New Roman" panose="02020603050405020304" pitchFamily="18" charset="0"/>
              </a:rPr>
              <a:t> over 5,000 years ago during the Neolithic Age.</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According to legend, silk was discovered by Empress Xi Ling Shi when a cocoon fell into her tea, unraveling into a long, delicate thread.</a:t>
            </a:r>
          </a:p>
          <a:p>
            <a:pPr>
              <a:defRPr/>
            </a:pPr>
            <a:r>
              <a:rPr lang="en-US" altLang="en-US" sz="2000" b="1" dirty="0">
                <a:latin typeface="Times New Roman" panose="02020603050405020304" pitchFamily="18" charset="0"/>
                <a:cs typeface="Times New Roman" panose="02020603050405020304" pitchFamily="18" charset="0"/>
              </a:rPr>
              <a:t>Global Spread</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The art and techniques of sericulture gradually spread to Korea, Japan, India, and eventually Europe via the </a:t>
            </a:r>
            <a:r>
              <a:rPr lang="en-US" altLang="en-US" sz="2000" b="1" dirty="0">
                <a:latin typeface="Times New Roman" panose="02020603050405020304" pitchFamily="18" charset="0"/>
                <a:cs typeface="Times New Roman" panose="02020603050405020304" pitchFamily="18" charset="0"/>
              </a:rPr>
              <a:t>Silk Road</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Today, silk farming is practiced in over 60 countries, with </a:t>
            </a:r>
            <a:r>
              <a:rPr lang="en-US" altLang="en-US" sz="2000" b="1" dirty="0">
                <a:latin typeface="Times New Roman" panose="02020603050405020304" pitchFamily="18" charset="0"/>
                <a:cs typeface="Times New Roman" panose="02020603050405020304" pitchFamily="18" charset="0"/>
              </a:rPr>
              <a:t>India</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China</a:t>
            </a:r>
            <a:r>
              <a:rPr lang="en-US" altLang="en-US" sz="2000" dirty="0">
                <a:latin typeface="Times New Roman" panose="02020603050405020304" pitchFamily="18" charset="0"/>
                <a:cs typeface="Times New Roman" panose="02020603050405020304" pitchFamily="18" charset="0"/>
              </a:rPr>
              <a:t> being the largest producers.</a:t>
            </a:r>
          </a:p>
          <a:p>
            <a:pPr>
              <a:defRPr/>
            </a:pPr>
            <a:r>
              <a:rPr lang="en-US" altLang="en-US" sz="2000" b="1" dirty="0">
                <a:latin typeface="Times New Roman" panose="02020603050405020304" pitchFamily="18" charset="0"/>
                <a:cs typeface="Times New Roman" panose="02020603050405020304" pitchFamily="18" charset="0"/>
              </a:rPr>
              <a:t>Economic Importance</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Contributes significantly to the rural economy, particularly in countries like India, where it is an important source of income for small-scale farmers.</a:t>
            </a:r>
          </a:p>
          <a:p>
            <a:pPr>
              <a:defRPr/>
            </a:pPr>
            <a:r>
              <a:rPr lang="en-US" sz="2000" b="1" dirty="0">
                <a:latin typeface="Times New Roman" panose="02020603050405020304" pitchFamily="18" charset="0"/>
                <a:cs typeface="Times New Roman" panose="02020603050405020304" pitchFamily="18" charset="0"/>
              </a:rPr>
              <a:t>Challenges</a:t>
            </a:r>
            <a:r>
              <a:rPr 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Sericulture faces challenges such as pest outbreaks, fluctuating market prices, and climate sensitivity.</a:t>
            </a:r>
          </a:p>
          <a:p>
            <a:pPr marL="342900" indent="-3429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Governments and research organizations play a vital role in promoting disease management and weather adaptation strategies.</a:t>
            </a:r>
          </a:p>
          <a:p>
            <a:pPr>
              <a:defRP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GITAM-GST-CSE\2024-25\Capstone-Project\GITAM-newlogo.jpeg">
            <a:extLst>
              <a:ext uri="{FF2B5EF4-FFF2-40B4-BE49-F238E27FC236}">
                <a16:creationId xmlns:a16="http://schemas.microsoft.com/office/drawing/2014/main" id="{DF309355-2513-8A9D-6D70-118670724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3">
            <a:extLst>
              <a:ext uri="{FF2B5EF4-FFF2-40B4-BE49-F238E27FC236}">
                <a16:creationId xmlns:a16="http://schemas.microsoft.com/office/drawing/2014/main" id="{AD74F6AB-B4AF-43D6-AAD4-F09D95BB5500}"/>
              </a:ext>
            </a:extLst>
          </p:cNvPr>
          <p:cNvSpPr>
            <a:spLocks noChangeArrowheads="1"/>
          </p:cNvSpPr>
          <p:nvPr/>
        </p:nvSpPr>
        <p:spPr bwMode="auto">
          <a:xfrm>
            <a:off x="2627313" y="377825"/>
            <a:ext cx="2938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43473C33-A279-CC79-7530-9A98525B0647}"/>
              </a:ext>
            </a:extLst>
          </p:cNvPr>
          <p:cNvGraphicFramePr>
            <a:graphicFrameLocks noGrp="1"/>
          </p:cNvGraphicFramePr>
          <p:nvPr/>
        </p:nvGraphicFramePr>
        <p:xfrm>
          <a:off x="250825" y="1301750"/>
          <a:ext cx="8353426" cy="5318252"/>
        </p:xfrm>
        <a:graphic>
          <a:graphicData uri="http://schemas.openxmlformats.org/drawingml/2006/table">
            <a:tbl>
              <a:tblPr firstRow="1" firstCol="1" bandRow="1"/>
              <a:tblGrid>
                <a:gridCol w="590429">
                  <a:extLst>
                    <a:ext uri="{9D8B030D-6E8A-4147-A177-3AD203B41FA5}">
                      <a16:colId xmlns:a16="http://schemas.microsoft.com/office/drawing/2014/main" val="20000"/>
                    </a:ext>
                  </a:extLst>
                </a:gridCol>
                <a:gridCol w="1296183">
                  <a:extLst>
                    <a:ext uri="{9D8B030D-6E8A-4147-A177-3AD203B41FA5}">
                      <a16:colId xmlns:a16="http://schemas.microsoft.com/office/drawing/2014/main" val="20001"/>
                    </a:ext>
                  </a:extLst>
                </a:gridCol>
                <a:gridCol w="2938069">
                  <a:extLst>
                    <a:ext uri="{9D8B030D-6E8A-4147-A177-3AD203B41FA5}">
                      <a16:colId xmlns:a16="http://schemas.microsoft.com/office/drawing/2014/main" val="20002"/>
                    </a:ext>
                  </a:extLst>
                </a:gridCol>
                <a:gridCol w="1584471">
                  <a:extLst>
                    <a:ext uri="{9D8B030D-6E8A-4147-A177-3AD203B41FA5}">
                      <a16:colId xmlns:a16="http://schemas.microsoft.com/office/drawing/2014/main" val="20003"/>
                    </a:ext>
                  </a:extLst>
                </a:gridCol>
                <a:gridCol w="1944274">
                  <a:extLst>
                    <a:ext uri="{9D8B030D-6E8A-4147-A177-3AD203B41FA5}">
                      <a16:colId xmlns:a16="http://schemas.microsoft.com/office/drawing/2014/main" val="20004"/>
                    </a:ext>
                  </a:extLst>
                </a:gridCol>
              </a:tblGrid>
              <a:tr h="687689">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S. No.</a:t>
                      </a:r>
                      <a:endParaRPr lang="en-IN" sz="1600" b="1"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Paper Details</a:t>
                      </a:r>
                      <a:endParaRPr lang="en-IN" sz="1600" b="1"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Summary</a:t>
                      </a: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Techniques/Algorithms</a:t>
                      </a:r>
                      <a:r>
                        <a:rPr lang="en-US" sz="1600" b="1" baseline="0" dirty="0">
                          <a:effectLst/>
                          <a:latin typeface="Times New Roman" pitchFamily="18" charset="0"/>
                          <a:ea typeface="Calibri"/>
                          <a:cs typeface="Times New Roman" pitchFamily="18" charset="0"/>
                        </a:rPr>
                        <a:t> Used</a:t>
                      </a:r>
                      <a:endParaRPr lang="en-IN" sz="1600" b="1"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Research Gap</a:t>
                      </a: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30436">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 1.</a:t>
                      </a:r>
                      <a:endParaRPr lang="en-IN" sz="16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sz="1200" b="1" dirty="0">
                          <a:effectLst/>
                          <a:latin typeface="Times New Roman" pitchFamily="18" charset="0"/>
                          <a:ea typeface="Calibri"/>
                          <a:cs typeface="Times New Roman" pitchFamily="18" charset="0"/>
                        </a:rPr>
                        <a:t> </a:t>
                      </a:r>
                      <a:r>
                        <a:rPr lang="en-US" sz="1600" b="0" dirty="0">
                          <a:effectLst/>
                          <a:latin typeface="Times New Roman" pitchFamily="18" charset="0"/>
                          <a:ea typeface="Calibri"/>
                          <a:cs typeface="Times New Roman" pitchFamily="18" charset="0"/>
                        </a:rPr>
                        <a:t>Expansion of sericulture in India using geospatial tools and web </a:t>
                      </a:r>
                      <a:endParaRPr lang="en-IN" sz="1600" b="0" dirty="0">
                        <a:effectLst/>
                        <a:latin typeface="Times New Roman" pitchFamily="18" charset="0"/>
                        <a:ea typeface="Calibri"/>
                        <a:cs typeface="Times New Roman" pitchFamily="18" charset="0"/>
                      </a:endParaRP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sz="1200" b="1" dirty="0">
                          <a:effectLst/>
                          <a:latin typeface="Times New Roman" pitchFamily="18" charset="0"/>
                          <a:ea typeface="Calibri"/>
                          <a:cs typeface="Times New Roman" pitchFamily="18" charset="0"/>
                        </a:rPr>
                        <a:t> </a:t>
                      </a:r>
                      <a:r>
                        <a:rPr lang="en-US" sz="1600" dirty="0">
                          <a:effectLst/>
                          <a:latin typeface="Times New Roman" pitchFamily="18" charset="0"/>
                          <a:ea typeface="Calibri"/>
                          <a:cs typeface="Times New Roman" pitchFamily="18" charset="0"/>
                        </a:rPr>
                        <a:t>The article describes a project that used geospatial tools and web technology to identify potential areas for expanding sericulture (silk production) in India. The outcomes included identifying additional areas suitable for mulberry cultivation and developing a web portal to provide information on potential areas and sericulture for these districts.</a:t>
                      </a:r>
                      <a:endParaRPr lang="en-IN" sz="1600" dirty="0">
                        <a:effectLst/>
                        <a:latin typeface="Times New Roman" pitchFamily="18" charset="0"/>
                        <a:ea typeface="Calibri"/>
                        <a:cs typeface="Times New Roman" pitchFamily="18" charset="0"/>
                      </a:endParaRP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HTML( Hyper Tech </a:t>
                      </a:r>
                      <a:r>
                        <a:rPr lang="en-US" sz="1600" dirty="0" err="1">
                          <a:effectLst/>
                          <a:latin typeface="Times New Roman" pitchFamily="18" charset="0"/>
                          <a:ea typeface="Calibri"/>
                          <a:cs typeface="Times New Roman" pitchFamily="18" charset="0"/>
                        </a:rPr>
                        <a:t>Makup</a:t>
                      </a:r>
                      <a:r>
                        <a:rPr lang="en-US" sz="1600" dirty="0">
                          <a:effectLst/>
                          <a:latin typeface="Times New Roman" pitchFamily="18" charset="0"/>
                          <a:ea typeface="Calibri"/>
                          <a:cs typeface="Times New Roman" pitchFamily="18" charset="0"/>
                        </a:rPr>
                        <a:t> Language</a:t>
                      </a:r>
                    </a:p>
                    <a:p>
                      <a:pPr marL="171450" indent="-1714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CSS(</a:t>
                      </a:r>
                      <a:r>
                        <a:rPr lang="en-US" sz="1600" b="0" dirty="0">
                          <a:effectLst/>
                          <a:latin typeface="Times New Roman" pitchFamily="18" charset="0"/>
                          <a:ea typeface="Calibri"/>
                          <a:cs typeface="Times New Roman" pitchFamily="18" charset="0"/>
                        </a:rPr>
                        <a:t>C</a:t>
                      </a:r>
                      <a:r>
                        <a:rPr lang="en-IN" sz="1600" b="0" i="0" kern="1200" dirty="0" err="1">
                          <a:solidFill>
                            <a:schemeClr val="tx1"/>
                          </a:solidFill>
                          <a:effectLst/>
                          <a:latin typeface="Times New Roman" panose="02020603050405020304" pitchFamily="18" charset="0"/>
                          <a:ea typeface="+mn-ea"/>
                          <a:cs typeface="Times New Roman" panose="02020603050405020304" pitchFamily="18" charset="0"/>
                        </a:rPr>
                        <a:t>ascading</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Style Sheets</a:t>
                      </a:r>
                      <a:r>
                        <a:rPr lang="en-IN" sz="1600" b="0" i="0" kern="1200" dirty="0">
                          <a:solidFill>
                            <a:schemeClr val="tx1"/>
                          </a:solidFill>
                          <a:effectLst/>
                          <a:latin typeface="+mn-lt"/>
                          <a:ea typeface="+mn-ea"/>
                          <a:cs typeface="+mn-cs"/>
                        </a:rPr>
                        <a:t>.</a:t>
                      </a:r>
                      <a:endParaRPr lang="en-US" sz="1600" b="0" dirty="0">
                        <a:effectLst/>
                        <a:latin typeface="Times New Roman" pitchFamily="18" charset="0"/>
                        <a:ea typeface="Calibri"/>
                        <a:cs typeface="Times New Roman" pitchFamily="18" charset="0"/>
                      </a:endParaRPr>
                    </a:p>
                    <a:p>
                      <a:pPr marL="171450" indent="-1714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JAVASCRIPT</a:t>
                      </a:r>
                      <a:endParaRPr lang="en-IN" sz="1600" dirty="0">
                        <a:effectLst/>
                        <a:latin typeface="Times New Roman" pitchFamily="18" charset="0"/>
                        <a:ea typeface="Calibri"/>
                        <a:cs typeface="Times New Roman" pitchFamily="18" charset="0"/>
                      </a:endParaRP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UX UI Design</a:t>
                      </a:r>
                    </a:p>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Artificial intelligence</a:t>
                      </a:r>
                    </a:p>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Machine learning</a:t>
                      </a:r>
                    </a:p>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DBMS(Database Management System)</a:t>
                      </a: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9240" name="Rectangle 2">
            <a:extLst>
              <a:ext uri="{FF2B5EF4-FFF2-40B4-BE49-F238E27FC236}">
                <a16:creationId xmlns:a16="http://schemas.microsoft.com/office/drawing/2014/main" id="{118BBBDE-3A89-2344-3A0B-FC504BF494B3}"/>
              </a:ext>
            </a:extLst>
          </p:cNvPr>
          <p:cNvSpPr>
            <a:spLocks noChangeArrowheads="1"/>
          </p:cNvSpPr>
          <p:nvPr/>
        </p:nvSpPr>
        <p:spPr bwMode="auto">
          <a:xfrm>
            <a:off x="2498725" y="901700"/>
            <a:ext cx="30972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a:latin typeface="Times New Roman" panose="02020603050405020304" pitchFamily="18" charset="0"/>
                <a:ea typeface="Calibri" panose="020F0502020204030204" pitchFamily="34" charset="0"/>
                <a:cs typeface="Times New Roman" panose="02020603050405020304" pitchFamily="18" charset="0"/>
              </a:rPr>
              <a:t>Table 1: Literature Survey</a:t>
            </a:r>
            <a:endParaRPr lang="en-US" altLang="en-US" sz="1100" b="1">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GITAM-GST-CSE\2024-25\Capstone-Project\GITAM-newlogo.jpeg">
            <a:extLst>
              <a:ext uri="{FF2B5EF4-FFF2-40B4-BE49-F238E27FC236}">
                <a16:creationId xmlns:a16="http://schemas.microsoft.com/office/drawing/2014/main" id="{8FB39DBB-E476-3977-1A92-307F24E9F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a:extLst>
              <a:ext uri="{FF2B5EF4-FFF2-40B4-BE49-F238E27FC236}">
                <a16:creationId xmlns:a16="http://schemas.microsoft.com/office/drawing/2014/main" id="{BE262B49-2137-7B30-9D07-5EBEA1F59883}"/>
              </a:ext>
            </a:extLst>
          </p:cNvPr>
          <p:cNvSpPr>
            <a:spLocks noChangeArrowheads="1"/>
          </p:cNvSpPr>
          <p:nvPr/>
        </p:nvSpPr>
        <p:spPr bwMode="auto">
          <a:xfrm>
            <a:off x="1979613" y="115888"/>
            <a:ext cx="41576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Survey…contd</a:t>
            </a:r>
          </a:p>
        </p:txBody>
      </p:sp>
      <p:graphicFrame>
        <p:nvGraphicFramePr>
          <p:cNvPr id="4" name="Table 3">
            <a:extLst>
              <a:ext uri="{FF2B5EF4-FFF2-40B4-BE49-F238E27FC236}">
                <a16:creationId xmlns:a16="http://schemas.microsoft.com/office/drawing/2014/main" id="{2BD17343-2F6F-1FE0-F484-F5513A8EB769}"/>
              </a:ext>
            </a:extLst>
          </p:cNvPr>
          <p:cNvGraphicFramePr>
            <a:graphicFrameLocks noGrp="1"/>
          </p:cNvGraphicFramePr>
          <p:nvPr/>
        </p:nvGraphicFramePr>
        <p:xfrm>
          <a:off x="611188" y="1160463"/>
          <a:ext cx="7705725" cy="5684837"/>
        </p:xfrm>
        <a:graphic>
          <a:graphicData uri="http://schemas.openxmlformats.org/drawingml/2006/table">
            <a:tbl>
              <a:tblPr firstRow="1" firstCol="1" bandRow="1"/>
              <a:tblGrid>
                <a:gridCol w="396478">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gridCol w="1368153">
                  <a:extLst>
                    <a:ext uri="{9D8B030D-6E8A-4147-A177-3AD203B41FA5}">
                      <a16:colId xmlns:a16="http://schemas.microsoft.com/office/drawing/2014/main" val="20003"/>
                    </a:ext>
                  </a:extLst>
                </a:gridCol>
                <a:gridCol w="1692622">
                  <a:extLst>
                    <a:ext uri="{9D8B030D-6E8A-4147-A177-3AD203B41FA5}">
                      <a16:colId xmlns:a16="http://schemas.microsoft.com/office/drawing/2014/main" val="20004"/>
                    </a:ext>
                  </a:extLst>
                </a:gridCol>
              </a:tblGrid>
              <a:tr h="1053618">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S. No.</a:t>
                      </a:r>
                      <a:endParaRPr lang="en-IN" sz="1600" b="1"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Paper Details</a:t>
                      </a:r>
                      <a:endParaRPr lang="en-IN" sz="1600" b="1"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Summary</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Techniques/Algorithms</a:t>
                      </a:r>
                      <a:r>
                        <a:rPr lang="en-US" sz="1600" b="1" baseline="0" dirty="0">
                          <a:effectLst/>
                          <a:latin typeface="Times New Roman" pitchFamily="18" charset="0"/>
                          <a:ea typeface="Calibri"/>
                          <a:cs typeface="Times New Roman" pitchFamily="18" charset="0"/>
                        </a:rPr>
                        <a:t> Used</a:t>
                      </a:r>
                      <a:endParaRPr lang="en-IN" sz="1600" b="1"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Research Gap</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31219">
                <a:tc>
                  <a:txBody>
                    <a:bodyPr/>
                    <a:lstStyle/>
                    <a:p>
                      <a:pPr algn="just">
                        <a:lnSpc>
                          <a:spcPct val="150000"/>
                        </a:lnSpc>
                        <a:spcAft>
                          <a:spcPts val="0"/>
                        </a:spcAft>
                      </a:pPr>
                      <a:r>
                        <a:rPr lang="en-US" sz="2000" b="0" dirty="0">
                          <a:effectLst/>
                          <a:latin typeface="Times New Roman" pitchFamily="18" charset="0"/>
                          <a:ea typeface="Calibri"/>
                          <a:cs typeface="Times New Roman" pitchFamily="18" charset="0"/>
                        </a:rPr>
                        <a:t> 2.</a:t>
                      </a:r>
                      <a:endParaRPr lang="en-IN" sz="2000" b="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A comprehensive view of the web-resources related to sericulture</a:t>
                      </a:r>
                      <a:endParaRPr lang="en-IN" sz="160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The survey uses sequencing technologies, bioinformatics tools, and online databases to study silkworms and related organisms in sericulture. Citation analysis evaluates the impact of these resources on research. Additionally, a web portal, "</a:t>
                      </a:r>
                      <a:r>
                        <a:rPr lang="en-US" sz="1600" dirty="0" err="1">
                          <a:latin typeface="Times New Roman" panose="02020603050405020304" pitchFamily="18" charset="0"/>
                          <a:cs typeface="Times New Roman" panose="02020603050405020304" pitchFamily="18" charset="0"/>
                        </a:rPr>
                        <a:t>SeriPort</a:t>
                      </a:r>
                      <a:r>
                        <a:rPr lang="en-US" sz="1600" dirty="0">
                          <a:latin typeface="Times New Roman" panose="02020603050405020304" pitchFamily="18" charset="0"/>
                          <a:cs typeface="Times New Roman" panose="02020603050405020304" pitchFamily="18" charset="0"/>
                        </a:rPr>
                        <a:t>," was developed to index these databases for easier access.</a:t>
                      </a:r>
                      <a:endParaRPr lang="en-IN" sz="160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Sequencing</a:t>
                      </a:r>
                    </a:p>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Data Analysis</a:t>
                      </a:r>
                    </a:p>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Machine learning</a:t>
                      </a:r>
                    </a:p>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Phylogenetic analysis</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Integration of Databases</a:t>
                      </a:r>
                    </a:p>
                    <a:p>
                      <a:pPr marL="285750" indent="-285750" algn="just">
                        <a:lnSpc>
                          <a:spcPct val="150000"/>
                        </a:lnSpc>
                        <a:spcAft>
                          <a:spcPts val="0"/>
                        </a:spcAft>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Real-time Data Analysis Tools</a:t>
                      </a:r>
                    </a:p>
                    <a:p>
                      <a:pPr marL="285750" indent="-285750" algn="just">
                        <a:lnSpc>
                          <a:spcPct val="150000"/>
                        </a:lnSpc>
                        <a:spcAft>
                          <a:spcPts val="0"/>
                        </a:spcAft>
                        <a:buFont typeface="Arial" panose="020B0604020202020204" pitchFamily="34" charset="0"/>
                        <a:buChar char="•"/>
                      </a:pPr>
                      <a:r>
                        <a:rPr lang="en-IN" sz="1600" dirty="0"/>
                        <a:t>Data Science Tools like Data Visualization, </a:t>
                      </a:r>
                      <a:r>
                        <a:rPr lang="en-US" sz="1600" dirty="0"/>
                        <a:t>Data Processing and Analysis Tools</a:t>
                      </a:r>
                    </a:p>
                    <a:p>
                      <a:pPr marL="285750" indent="-285750" algn="just">
                        <a:lnSpc>
                          <a:spcPct val="150000"/>
                        </a:lnSpc>
                        <a:spcAft>
                          <a:spcPts val="0"/>
                        </a:spcAft>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p>
                      <a:pPr marL="171450" indent="-171450" algn="just">
                        <a:lnSpc>
                          <a:spcPct val="150000"/>
                        </a:lnSpc>
                        <a:spcAft>
                          <a:spcPts val="0"/>
                        </a:spcAft>
                        <a:buFont typeface="Arial" panose="020B0604020202020204" pitchFamily="34" charset="0"/>
                        <a:buChar char="•"/>
                      </a:pPr>
                      <a:endParaRPr lang="en-IN" sz="120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A8CB2EDA-7D5A-3827-726B-75F8DC6E5154}"/>
              </a:ext>
            </a:extLst>
          </p:cNvPr>
          <p:cNvSpPr txBox="1"/>
          <p:nvPr/>
        </p:nvSpPr>
        <p:spPr>
          <a:xfrm>
            <a:off x="1979613" y="638175"/>
            <a:ext cx="4572000" cy="369888"/>
          </a:xfrm>
          <a:prstGeom prst="rect">
            <a:avLst/>
          </a:prstGeom>
          <a:noFill/>
        </p:spPr>
        <p:txBody>
          <a:bodyPr>
            <a:spAutoFit/>
          </a:bodyPr>
          <a:lstStyle/>
          <a:p>
            <a:pPr algn="ctr" eaLnBrk="1" hangingPunct="1">
              <a:defRPr/>
            </a:pPr>
            <a:r>
              <a:rPr lang="en-US" altLang="en-US" b="1" dirty="0">
                <a:latin typeface="Times New Roman" panose="02020603050405020304" pitchFamily="18" charset="0"/>
                <a:ea typeface="Calibri" panose="020F0502020204030204" pitchFamily="34" charset="0"/>
                <a:cs typeface="Times New Roman" panose="02020603050405020304" pitchFamily="18" charset="0"/>
              </a:rPr>
              <a:t>Table 2: Literature Survey </a:t>
            </a:r>
            <a:endParaRPr lang="en-US" altLang="en-US" sz="105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FCFAE0ED-D170-B19C-0C79-C351FFEDBC1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761957D-E9F7-47F3-BE53-C9399AB4B048}" type="slidenum">
              <a:rPr lang="en-IN" altLang="en-US" sz="1200" smtClean="0">
                <a:solidFill>
                  <a:srgbClr val="898989"/>
                </a:solidFill>
              </a:rPr>
              <a:pPr>
                <a:spcBef>
                  <a:spcPct val="0"/>
                </a:spcBef>
                <a:buFontTx/>
                <a:buNone/>
              </a:pPr>
              <a:t>7</a:t>
            </a:fld>
            <a:endParaRPr lang="en-IN" altLang="en-US" sz="1200">
              <a:solidFill>
                <a:srgbClr val="898989"/>
              </a:solidFill>
            </a:endParaRPr>
          </a:p>
        </p:txBody>
      </p:sp>
      <p:graphicFrame>
        <p:nvGraphicFramePr>
          <p:cNvPr id="11" name="Table 10">
            <a:extLst>
              <a:ext uri="{FF2B5EF4-FFF2-40B4-BE49-F238E27FC236}">
                <a16:creationId xmlns:a16="http://schemas.microsoft.com/office/drawing/2014/main" id="{2DE416A6-04B9-7287-F645-7ED4D90B1883}"/>
              </a:ext>
            </a:extLst>
          </p:cNvPr>
          <p:cNvGraphicFramePr>
            <a:graphicFrameLocks noGrp="1"/>
          </p:cNvGraphicFramePr>
          <p:nvPr/>
        </p:nvGraphicFramePr>
        <p:xfrm>
          <a:off x="323850" y="1417638"/>
          <a:ext cx="8112125" cy="5318125"/>
        </p:xfrm>
        <a:graphic>
          <a:graphicData uri="http://schemas.openxmlformats.org/drawingml/2006/table">
            <a:tbl>
              <a:tblPr firstRow="1" firstCol="1" bandRow="1"/>
              <a:tblGrid>
                <a:gridCol w="504508">
                  <a:extLst>
                    <a:ext uri="{9D8B030D-6E8A-4147-A177-3AD203B41FA5}">
                      <a16:colId xmlns:a16="http://schemas.microsoft.com/office/drawing/2014/main" val="20000"/>
                    </a:ext>
                  </a:extLst>
                </a:gridCol>
                <a:gridCol w="1512409">
                  <a:extLst>
                    <a:ext uri="{9D8B030D-6E8A-4147-A177-3AD203B41FA5}">
                      <a16:colId xmlns:a16="http://schemas.microsoft.com/office/drawing/2014/main" val="20001"/>
                    </a:ext>
                  </a:extLst>
                </a:gridCol>
                <a:gridCol w="2520681">
                  <a:extLst>
                    <a:ext uri="{9D8B030D-6E8A-4147-A177-3AD203B41FA5}">
                      <a16:colId xmlns:a16="http://schemas.microsoft.com/office/drawing/2014/main" val="20002"/>
                    </a:ext>
                  </a:extLst>
                </a:gridCol>
                <a:gridCol w="1566839">
                  <a:extLst>
                    <a:ext uri="{9D8B030D-6E8A-4147-A177-3AD203B41FA5}">
                      <a16:colId xmlns:a16="http://schemas.microsoft.com/office/drawing/2014/main" val="20003"/>
                    </a:ext>
                  </a:extLst>
                </a:gridCol>
                <a:gridCol w="2007688">
                  <a:extLst>
                    <a:ext uri="{9D8B030D-6E8A-4147-A177-3AD203B41FA5}">
                      <a16:colId xmlns:a16="http://schemas.microsoft.com/office/drawing/2014/main" val="20004"/>
                    </a:ext>
                  </a:extLst>
                </a:gridCol>
              </a:tblGrid>
              <a:tr h="1053440">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S. No.</a:t>
                      </a:r>
                      <a:endParaRPr lang="en-IN" sz="1600" b="1"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Paper Details</a:t>
                      </a:r>
                      <a:endParaRPr lang="en-IN" sz="1600" b="1"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Summary</a:t>
                      </a: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Techniques/Algorithms</a:t>
                      </a:r>
                      <a:r>
                        <a:rPr lang="en-US" sz="1600" b="1" baseline="0" dirty="0">
                          <a:effectLst/>
                          <a:latin typeface="Times New Roman" pitchFamily="18" charset="0"/>
                          <a:ea typeface="Calibri"/>
                          <a:cs typeface="Times New Roman" pitchFamily="18" charset="0"/>
                        </a:rPr>
                        <a:t> Used</a:t>
                      </a:r>
                      <a:endParaRPr lang="en-IN" sz="1600" b="1"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Research Gap</a:t>
                      </a: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64685">
                <a:tc>
                  <a:txBody>
                    <a:bodyPr/>
                    <a:lstStyle/>
                    <a:p>
                      <a:pPr algn="just">
                        <a:lnSpc>
                          <a:spcPct val="150000"/>
                        </a:lnSpc>
                        <a:spcAft>
                          <a:spcPts val="0"/>
                        </a:spcAft>
                      </a:pPr>
                      <a:r>
                        <a:rPr lang="en-US" sz="2000" b="0" dirty="0">
                          <a:effectLst/>
                          <a:latin typeface="Times New Roman" pitchFamily="18" charset="0"/>
                          <a:ea typeface="Calibri"/>
                          <a:cs typeface="Times New Roman" pitchFamily="18" charset="0"/>
                        </a:rPr>
                        <a:t> 3.</a:t>
                      </a:r>
                      <a:endParaRPr lang="en-IN" sz="2000" b="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Mapping of potential areas for sericulture development and information dissemination through silks </a:t>
                      </a:r>
                      <a:r>
                        <a:rPr lang="en-US" sz="1600" dirty="0" err="1">
                          <a:latin typeface="Times New Roman" panose="02020603050405020304" pitchFamily="18" charset="0"/>
                          <a:cs typeface="Times New Roman" panose="02020603050405020304" pitchFamily="18" charset="0"/>
                        </a:rPr>
                        <a:t>webportal</a:t>
                      </a:r>
                      <a:endParaRPr lang="en-IN" sz="1600" dirty="0">
                        <a:latin typeface="Times New Roman" panose="02020603050405020304" pitchFamily="18" charset="0"/>
                        <a:cs typeface="Times New Roman" panose="02020603050405020304"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The paper utilizes geospatial technologies like Remote Sensing (RS) and GIS to map potential areas for expanding sericulture in India. It assesses land suitability based on soil, water, and landscape characteristics. The study also introduces the SILKS geoportal</a:t>
                      </a:r>
                      <a:endParaRPr lang="en-IN" sz="160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Remote Sensing (RS)</a:t>
                      </a:r>
                    </a:p>
                    <a:p>
                      <a:pPr marL="285750" indent="-285750" algn="just">
                        <a:lnSpc>
                          <a:spcPct val="150000"/>
                        </a:lnSpc>
                        <a:spcAft>
                          <a:spcPts val="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Geographical Information System</a:t>
                      </a:r>
                    </a:p>
                    <a:p>
                      <a:pPr marL="285750" indent="-285750" algn="just">
                        <a:lnSpc>
                          <a:spcPct val="150000"/>
                        </a:lnSpc>
                        <a:spcAft>
                          <a:spcPts val="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Universal Soil Loss Equation (USLE)</a:t>
                      </a:r>
                      <a:endParaRPr lang="en-US" sz="160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Integration of Databases</a:t>
                      </a:r>
                    </a:p>
                    <a:p>
                      <a:pPr marL="285750" indent="-285750" algn="just">
                        <a:lnSpc>
                          <a:spcPct val="150000"/>
                        </a:lnSpc>
                        <a:spcAft>
                          <a:spcPts val="0"/>
                        </a:spcAft>
                        <a:buFont typeface="Arial" panose="020B0604020202020204" pitchFamily="34" charset="0"/>
                        <a:buChar char="•"/>
                      </a:pPr>
                      <a:r>
                        <a:rPr lang="en-IN" sz="1600" dirty="0">
                          <a:effectLst/>
                          <a:latin typeface="Times New Roman" pitchFamily="18" charset="0"/>
                          <a:ea typeface="Calibri"/>
                          <a:cs typeface="Times New Roman" pitchFamily="18" charset="0"/>
                        </a:rPr>
                        <a:t>L</a:t>
                      </a:r>
                      <a:r>
                        <a:rPr lang="en-IN" sz="1600" dirty="0">
                          <a:latin typeface="Times New Roman" panose="02020603050405020304" pitchFamily="18" charset="0"/>
                          <a:cs typeface="Times New Roman" panose="02020603050405020304" pitchFamily="18" charset="0"/>
                        </a:rPr>
                        <a:t>ack of Global Accessibility</a:t>
                      </a:r>
                    </a:p>
                    <a:p>
                      <a:pPr marL="285750" indent="-285750" algn="just">
                        <a:lnSpc>
                          <a:spcPct val="150000"/>
                        </a:lnSpc>
                        <a:spcAft>
                          <a:spcPts val="0"/>
                        </a:spcAft>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Real-time Data Analysis Tools</a:t>
                      </a:r>
                      <a:endParaRPr lang="en-IN" sz="1600" dirty="0"/>
                    </a:p>
                    <a:p>
                      <a:pPr marL="285750" indent="-285750" algn="just">
                        <a:lnSpc>
                          <a:spcPct val="150000"/>
                        </a:lnSpc>
                        <a:spcAft>
                          <a:spcPts val="0"/>
                        </a:spcAft>
                        <a:buFont typeface="Arial" panose="020B0604020202020204" pitchFamily="34" charset="0"/>
                        <a:buChar char="•"/>
                      </a:pPr>
                      <a:r>
                        <a:rPr lang="en-IN" sz="1600" dirty="0"/>
                        <a:t>FAO Limitation Criteria</a:t>
                      </a:r>
                      <a:endParaRPr lang="en-IN" sz="1600" b="0" dirty="0">
                        <a:latin typeface="Times New Roman" panose="02020603050405020304" pitchFamily="18" charset="0"/>
                        <a:cs typeface="Times New Roman" panose="02020603050405020304" pitchFamily="18" charset="0"/>
                      </a:endParaRPr>
                    </a:p>
                    <a:p>
                      <a:pPr marL="171450" indent="-171450" algn="just">
                        <a:lnSpc>
                          <a:spcPct val="150000"/>
                        </a:lnSpc>
                        <a:spcAft>
                          <a:spcPts val="0"/>
                        </a:spcAft>
                        <a:buFont typeface="Arial" panose="020B0604020202020204" pitchFamily="34" charset="0"/>
                        <a:buChar char="•"/>
                      </a:pPr>
                      <a:endParaRPr lang="en-IN" sz="120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11287" name="Picture 2" descr="D:\GITAM-GST-CSE\2024-25\Capstone-Project\GITAM-newlogo.jpeg">
            <a:extLst>
              <a:ext uri="{FF2B5EF4-FFF2-40B4-BE49-F238E27FC236}">
                <a16:creationId xmlns:a16="http://schemas.microsoft.com/office/drawing/2014/main" id="{AC2D0882-E4D1-8506-C865-C4BBBD9351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8" name="TextBox 8">
            <a:extLst>
              <a:ext uri="{FF2B5EF4-FFF2-40B4-BE49-F238E27FC236}">
                <a16:creationId xmlns:a16="http://schemas.microsoft.com/office/drawing/2014/main" id="{B3E8BED2-AB0B-9459-CDCB-916583713FE4}"/>
              </a:ext>
            </a:extLst>
          </p:cNvPr>
          <p:cNvSpPr txBox="1">
            <a:spLocks noChangeArrowheads="1"/>
          </p:cNvSpPr>
          <p:nvPr/>
        </p:nvSpPr>
        <p:spPr bwMode="auto">
          <a:xfrm>
            <a:off x="2093913" y="3429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Survey…contd</a:t>
            </a:r>
          </a:p>
        </p:txBody>
      </p:sp>
      <p:sp>
        <p:nvSpPr>
          <p:cNvPr id="14" name="TextBox 13">
            <a:extLst>
              <a:ext uri="{FF2B5EF4-FFF2-40B4-BE49-F238E27FC236}">
                <a16:creationId xmlns:a16="http://schemas.microsoft.com/office/drawing/2014/main" id="{D8C68A71-6FC2-3E21-3000-FE762AB5C726}"/>
              </a:ext>
            </a:extLst>
          </p:cNvPr>
          <p:cNvSpPr txBox="1"/>
          <p:nvPr/>
        </p:nvSpPr>
        <p:spPr>
          <a:xfrm>
            <a:off x="2370138" y="819150"/>
            <a:ext cx="4572000" cy="646113"/>
          </a:xfrm>
          <a:prstGeom prst="rect">
            <a:avLst/>
          </a:prstGeom>
          <a:noFill/>
        </p:spPr>
        <p:txBody>
          <a:bodyPr>
            <a:spAutoFit/>
          </a:bodyPr>
          <a:lstStyle/>
          <a:p>
            <a:pPr eaLnBrk="1" hangingPunct="1">
              <a:defRPr/>
            </a:pPr>
            <a:r>
              <a:rPr lang="en-US" altLang="en-US" b="1" dirty="0">
                <a:latin typeface="Times New Roman" panose="02020603050405020304" pitchFamily="18" charset="0"/>
                <a:ea typeface="Calibri" panose="020F0502020204030204" pitchFamily="34" charset="0"/>
                <a:cs typeface="Times New Roman" panose="02020603050405020304" pitchFamily="18" charset="0"/>
              </a:rPr>
              <a:t>Table 3: Literature Survey </a:t>
            </a:r>
            <a:endParaRPr lang="en-US" altLang="en-US" sz="1050" b="1"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defRPr/>
            </a:pPr>
            <a:endParaRPr lang="en-I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D1D16064-62E3-1129-8F89-3D9AD99E9FE0}"/>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Problem Statement</a:t>
            </a:r>
          </a:p>
        </p:txBody>
      </p:sp>
      <p:sp>
        <p:nvSpPr>
          <p:cNvPr id="12291" name="Slide Number Placeholder 3">
            <a:extLst>
              <a:ext uri="{FF2B5EF4-FFF2-40B4-BE49-F238E27FC236}">
                <a16:creationId xmlns:a16="http://schemas.microsoft.com/office/drawing/2014/main" id="{6415AD03-EFE5-262F-2744-6CA4EE0E5D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3EF63FE-1301-4EC9-8943-817412E5633A}" type="slidenum">
              <a:rPr lang="en-IN" altLang="en-US" sz="1200" smtClean="0">
                <a:solidFill>
                  <a:srgbClr val="898989"/>
                </a:solidFill>
              </a:rPr>
              <a:pPr>
                <a:spcBef>
                  <a:spcPct val="0"/>
                </a:spcBef>
                <a:buFontTx/>
                <a:buNone/>
              </a:pPr>
              <a:t>8</a:t>
            </a:fld>
            <a:endParaRPr lang="en-IN" altLang="en-US" sz="1200">
              <a:solidFill>
                <a:srgbClr val="898989"/>
              </a:solidFill>
            </a:endParaRPr>
          </a:p>
        </p:txBody>
      </p:sp>
      <p:pic>
        <p:nvPicPr>
          <p:cNvPr id="12292" name="Picture 2" descr="D:\GITAM-GST-CSE\2024-25\Capstone-Project\GITAM-newlogo.jpeg">
            <a:extLst>
              <a:ext uri="{FF2B5EF4-FFF2-40B4-BE49-F238E27FC236}">
                <a16:creationId xmlns:a16="http://schemas.microsoft.com/office/drawing/2014/main" id="{55CFC567-2A9A-568D-336D-4E091F7A2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6">
            <a:extLst>
              <a:ext uri="{FF2B5EF4-FFF2-40B4-BE49-F238E27FC236}">
                <a16:creationId xmlns:a16="http://schemas.microsoft.com/office/drawing/2014/main" id="{A73B4A60-EA6E-9048-AF59-50324A9C551B}"/>
              </a:ext>
            </a:extLst>
          </p:cNvPr>
          <p:cNvSpPr>
            <a:spLocks noChangeArrowheads="1"/>
          </p:cNvSpPr>
          <p:nvPr/>
        </p:nvSpPr>
        <p:spPr bwMode="auto">
          <a:xfrm>
            <a:off x="684213" y="1582738"/>
            <a:ext cx="7559675" cy="1631950"/>
          </a:xfrm>
          <a:prstGeom prst="rect">
            <a:avLst/>
          </a:prstGeom>
          <a:noFill/>
          <a:ln>
            <a:noFill/>
          </a:ln>
          <a:effectLst/>
        </p:spPr>
        <p:txBody>
          <a:bodyPr anchor="ctr">
            <a:spAutoFit/>
          </a:bodyPr>
          <a:lstStyle/>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Silk farmers face some challenges to get timely and accurate information about proper silk farming practices. This lack of knowledge can cause inefficiencies, lower production, and reduced income.</a:t>
            </a:r>
          </a:p>
          <a:p>
            <a:pPr>
              <a:defRPr/>
            </a:pPr>
            <a:endParaRPr lang="en-US" altLang="en-US" sz="2000" dirty="0">
              <a:latin typeface="Times New Roman" panose="02020603050405020304" pitchFamily="18" charset="0"/>
              <a:cs typeface="Times New Roman" panose="02020603050405020304" pitchFamily="18" charset="0"/>
            </a:endParaRPr>
          </a:p>
        </p:txBody>
      </p:sp>
      <p:sp>
        <p:nvSpPr>
          <p:cNvPr id="4" name="Rectangle 7">
            <a:extLst>
              <a:ext uri="{FF2B5EF4-FFF2-40B4-BE49-F238E27FC236}">
                <a16:creationId xmlns:a16="http://schemas.microsoft.com/office/drawing/2014/main" id="{33DFCC2C-7052-A802-96CD-810B7F0AFDE6}"/>
              </a:ext>
            </a:extLst>
          </p:cNvPr>
          <p:cNvSpPr>
            <a:spLocks noChangeArrowheads="1"/>
          </p:cNvSpPr>
          <p:nvPr/>
        </p:nvSpPr>
        <p:spPr bwMode="auto">
          <a:xfrm>
            <a:off x="684213" y="2732157"/>
            <a:ext cx="7416800" cy="3170099"/>
          </a:xfrm>
          <a:prstGeom prst="rect">
            <a:avLst/>
          </a:prstGeom>
          <a:noFill/>
          <a:ln>
            <a:noFill/>
          </a:ln>
          <a:effectLst/>
        </p:spPr>
        <p:txBody>
          <a:bodyPr anchor="ctr">
            <a:spAutoFit/>
          </a:bodyPr>
          <a:lstStyle/>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The silk farming industry does not have a single platform where farmers can find all the information they need, such as </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Cocoon rearing methods, </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Market prices</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News updates(Govt schemes,others)</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Disease prevention tips</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Weather updates</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 This project aims to create a simple website that gives farmers useful resources and real-time updates to improve their productivity and earnings.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EC68575-BC3B-0436-5960-55B7481C73FB}"/>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Objectives</a:t>
            </a:r>
          </a:p>
        </p:txBody>
      </p:sp>
      <p:sp>
        <p:nvSpPr>
          <p:cNvPr id="17411" name="Content Placeholder 2">
            <a:extLst>
              <a:ext uri="{FF2B5EF4-FFF2-40B4-BE49-F238E27FC236}">
                <a16:creationId xmlns:a16="http://schemas.microsoft.com/office/drawing/2014/main" id="{7D417B0E-DBA3-62EB-3BB1-CEBEF2D170B2}"/>
              </a:ext>
            </a:extLst>
          </p:cNvPr>
          <p:cNvSpPr>
            <a:spLocks noGrp="1"/>
          </p:cNvSpPr>
          <p:nvPr>
            <p:ph idx="1"/>
          </p:nvPr>
        </p:nvSpPr>
        <p:spPr>
          <a:xfrm>
            <a:off x="452438" y="1366838"/>
            <a:ext cx="8229600" cy="4525962"/>
          </a:xfrm>
        </p:spPr>
        <p:txBody>
          <a:bodyPr/>
          <a:lstStyle/>
          <a:p>
            <a:pPr marL="0" indent="0">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spcBef>
                <a:spcPct val="0"/>
              </a:spcBef>
              <a:defRPr/>
            </a:pPr>
            <a:r>
              <a:rPr lang="en-US" altLang="en-US" sz="2000" dirty="0">
                <a:latin typeface="Times New Roman" panose="02020603050405020304" pitchFamily="18" charset="0"/>
                <a:cs typeface="Times New Roman" panose="02020603050405020304" pitchFamily="18" charset="0"/>
              </a:rPr>
              <a:t>To create an online platform that provides essential information on silk farming, designed to the needs of cocoon rearing farmers. </a:t>
            </a:r>
          </a:p>
          <a:p>
            <a:pPr marL="0" indent="0">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spcBef>
                <a:spcPct val="0"/>
              </a:spcBef>
              <a:defRPr/>
            </a:pPr>
            <a:r>
              <a:rPr lang="en-US" altLang="en-US" sz="2000" dirty="0">
                <a:latin typeface="Times New Roman" panose="02020603050405020304" pitchFamily="18" charset="0"/>
                <a:cs typeface="Times New Roman" panose="02020603050405020304" pitchFamily="18" charset="0"/>
              </a:rPr>
              <a:t>To empower farmers with knowledge about various aspects of silk farming, including cocoon rearing techniques, disease management, market trends, and government policies. </a:t>
            </a:r>
          </a:p>
          <a:p>
            <a:pPr marL="0" indent="0">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spcBef>
                <a:spcPct val="0"/>
              </a:spcBef>
              <a:defRPr/>
            </a:pPr>
            <a:r>
              <a:rPr lang="en-US" altLang="en-US" sz="2000" dirty="0">
                <a:latin typeface="Times New Roman" panose="02020603050405020304" pitchFamily="18" charset="0"/>
                <a:cs typeface="Times New Roman" panose="02020603050405020304" pitchFamily="18" charset="0"/>
              </a:rPr>
              <a:t>To facilitate knowledge sharing and networking among farmers through online forums and communities. </a:t>
            </a:r>
          </a:p>
          <a:p>
            <a:pPr eaLnBrk="1" hangingPunct="1">
              <a:spcBef>
                <a:spcPct val="0"/>
              </a:spcBef>
              <a:buFontTx/>
              <a:buNone/>
              <a:defRPr/>
            </a:pPr>
            <a:r>
              <a:rPr lang="en-US" altLang="en-US" sz="2000" dirty="0">
                <a:solidFill>
                  <a:srgbClr val="000000"/>
                </a:solidFill>
                <a:latin typeface="Times New Roman" panose="02020603050405020304" pitchFamily="18" charset="0"/>
                <a:cs typeface="Times New Roman" panose="02020603050405020304" pitchFamily="18" charset="0"/>
              </a:rPr>
              <a:t> </a:t>
            </a:r>
            <a:endParaRPr lang="en-US" altLang="en-US" sz="2000" b="1" i="1" u="sng" dirty="0">
              <a:latin typeface="Times New Roman" panose="02020603050405020304" pitchFamily="18" charset="0"/>
              <a:cs typeface="Times New Roman" panose="02020603050405020304" pitchFamily="18" charset="0"/>
            </a:endParaRPr>
          </a:p>
        </p:txBody>
      </p:sp>
      <p:sp>
        <p:nvSpPr>
          <p:cNvPr id="13316" name="Slide Number Placeholder 3">
            <a:extLst>
              <a:ext uri="{FF2B5EF4-FFF2-40B4-BE49-F238E27FC236}">
                <a16:creationId xmlns:a16="http://schemas.microsoft.com/office/drawing/2014/main" id="{7FC7C1E9-AB86-0B1A-6C1E-A1854CE52C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D1E72E2-5E50-41D3-8E74-80AC064F329B}" type="slidenum">
              <a:rPr lang="en-IN" altLang="en-US" sz="1200" smtClean="0">
                <a:solidFill>
                  <a:srgbClr val="898989"/>
                </a:solidFill>
              </a:rPr>
              <a:pPr>
                <a:spcBef>
                  <a:spcPct val="0"/>
                </a:spcBef>
                <a:buFontTx/>
                <a:buNone/>
              </a:pPr>
              <a:t>9</a:t>
            </a:fld>
            <a:endParaRPr lang="en-IN" altLang="en-US" sz="1200">
              <a:solidFill>
                <a:srgbClr val="898989"/>
              </a:solidFill>
            </a:endParaRPr>
          </a:p>
        </p:txBody>
      </p:sp>
      <p:pic>
        <p:nvPicPr>
          <p:cNvPr id="13317" name="Picture 2" descr="D:\GITAM-GST-CSE\2024-25\Capstone-Project\GITAM-newlogo.jpeg">
            <a:extLst>
              <a:ext uri="{FF2B5EF4-FFF2-40B4-BE49-F238E27FC236}">
                <a16:creationId xmlns:a16="http://schemas.microsoft.com/office/drawing/2014/main" id="{5B340D74-CD76-EA04-3294-D4F428731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612B402-A06F-0015-542D-D48F44DBAC13}"/>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Requirement Analysis</a:t>
            </a:r>
          </a:p>
        </p:txBody>
      </p:sp>
      <p:sp>
        <p:nvSpPr>
          <p:cNvPr id="9" name="Content Placeholder 2">
            <a:extLst>
              <a:ext uri="{FF2B5EF4-FFF2-40B4-BE49-F238E27FC236}">
                <a16:creationId xmlns:a16="http://schemas.microsoft.com/office/drawing/2014/main" id="{47E0283B-3A39-68D1-89F6-DBD370E2C316}"/>
              </a:ext>
            </a:extLst>
          </p:cNvPr>
          <p:cNvSpPr>
            <a:spLocks noGrp="1"/>
          </p:cNvSpPr>
          <p:nvPr>
            <p:ph idx="1"/>
          </p:nvPr>
        </p:nvSpPr>
        <p:spPr>
          <a:xfrm>
            <a:off x="457200" y="1589088"/>
            <a:ext cx="8229600" cy="4525962"/>
          </a:xfrm>
        </p:spPr>
        <p:txBody>
          <a:bodyPr/>
          <a:lstStyle/>
          <a:p>
            <a:pPr marL="0" indent="0">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Requirement Analysis:</a:t>
            </a:r>
          </a:p>
          <a:p>
            <a:pPr>
              <a:defRPr/>
            </a:pPr>
            <a:r>
              <a:rPr lang="en-US" sz="2000" b="1" dirty="0">
                <a:latin typeface="Times New Roman" panose="02020603050405020304" pitchFamily="18" charset="0"/>
                <a:cs typeface="Times New Roman" panose="02020603050405020304" pitchFamily="18" charset="0"/>
              </a:rPr>
              <a:t>User Needs</a:t>
            </a:r>
            <a:r>
              <a:rPr lang="en-US" sz="2000" dirty="0">
                <a:latin typeface="Times New Roman" panose="02020603050405020304" pitchFamily="18" charset="0"/>
                <a:cs typeface="Times New Roman" panose="02020603050405020304" pitchFamily="18" charset="0"/>
              </a:rPr>
              <a:t>: Farmers require up-to-date information on silk farming processes, disease management, and market trends.</a:t>
            </a:r>
          </a:p>
          <a:p>
            <a:pPr>
              <a:defRPr/>
            </a:pPr>
            <a:endParaRPr lang="en-US" sz="2000" dirty="0">
              <a:latin typeface="Times New Roman" panose="02020603050405020304" pitchFamily="18" charset="0"/>
              <a:cs typeface="Times New Roman" panose="02020603050405020304" pitchFamily="18" charset="0"/>
            </a:endParaRPr>
          </a:p>
          <a:p>
            <a:pPr>
              <a:defRPr/>
            </a:pPr>
            <a:r>
              <a:rPr lang="en-US" sz="2000" b="1" dirty="0">
                <a:latin typeface="Times New Roman" panose="02020603050405020304" pitchFamily="18" charset="0"/>
                <a:cs typeface="Times New Roman" panose="02020603050405020304" pitchFamily="18" charset="0"/>
              </a:rPr>
              <a:t>System Requirements</a:t>
            </a:r>
            <a:r>
              <a:rPr lang="en-US" sz="20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A web platform that can be accessed via mobile phones.</a:t>
            </a:r>
          </a:p>
          <a:p>
            <a:pPr lvl="1">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Integration with weather and market APIs(manual).</a:t>
            </a:r>
          </a:p>
          <a:p>
            <a:pPr lvl="1">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Multilingual support for different regions.</a:t>
            </a:r>
          </a:p>
          <a:p>
            <a:pPr marL="0" indent="0">
              <a:buFont typeface="Arial" panose="020B0604020202020204" pitchFamily="34" charset="0"/>
              <a:buNone/>
              <a:defRPr/>
            </a:pPr>
            <a:endParaRPr lang="en-IN" sz="2000" b="1" dirty="0">
              <a:latin typeface="Times New Roman" panose="02020603050405020304" pitchFamily="18" charset="0"/>
              <a:cs typeface="Times New Roman" panose="02020603050405020304" pitchFamily="18" charset="0"/>
            </a:endParaRPr>
          </a:p>
        </p:txBody>
      </p:sp>
      <p:sp>
        <p:nvSpPr>
          <p:cNvPr id="14340" name="Slide Number Placeholder 3">
            <a:extLst>
              <a:ext uri="{FF2B5EF4-FFF2-40B4-BE49-F238E27FC236}">
                <a16:creationId xmlns:a16="http://schemas.microsoft.com/office/drawing/2014/main" id="{D20456F0-857F-E158-5D35-272E6D1EE45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A231599-BD58-4978-8D38-EFEF68E38748}" type="slidenum">
              <a:rPr lang="en-IN" altLang="en-US" sz="1200" smtClean="0">
                <a:solidFill>
                  <a:srgbClr val="898989"/>
                </a:solidFill>
              </a:rPr>
              <a:pPr>
                <a:spcBef>
                  <a:spcPct val="0"/>
                </a:spcBef>
                <a:buFontTx/>
                <a:buNone/>
              </a:pPr>
              <a:t>10</a:t>
            </a:fld>
            <a:endParaRPr lang="en-IN" altLang="en-US" sz="120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AD202C49-9087-4C34-EB24-6BCD1FBAC6F9}"/>
              </a:ext>
            </a:extLst>
          </p:cNvPr>
          <p:cNvSpPr>
            <a:spLocks noGrp="1"/>
          </p:cNvSpPr>
          <p:nvPr>
            <p:ph type="title"/>
          </p:nvPr>
        </p:nvSpPr>
        <p:spPr>
          <a:xfrm>
            <a:off x="336550" y="501650"/>
            <a:ext cx="8229600" cy="1143000"/>
          </a:xfrm>
        </p:spPr>
        <p:txBody>
          <a:bodyPr/>
          <a:lstStyle/>
          <a:p>
            <a:pPr marL="457200" indent="-457200" eaLnBrk="1" hangingPunct="1"/>
            <a:r>
              <a:rPr lang="en-US" altLang="en-US" sz="2800" b="1">
                <a:latin typeface="Times New Roman" panose="02020603050405020304" pitchFamily="18" charset="0"/>
                <a:cs typeface="Times New Roman" panose="02020603050405020304" pitchFamily="18" charset="0"/>
              </a:rPr>
              <a:t>Identification of tools/technology/algorithms</a:t>
            </a:r>
          </a:p>
        </p:txBody>
      </p:sp>
      <p:sp>
        <p:nvSpPr>
          <p:cNvPr id="15363" name="Content Placeholder 2">
            <a:extLst>
              <a:ext uri="{FF2B5EF4-FFF2-40B4-BE49-F238E27FC236}">
                <a16:creationId xmlns:a16="http://schemas.microsoft.com/office/drawing/2014/main" id="{E2DA9245-8C26-FB5A-D35A-DDBF44C5ABD4}"/>
              </a:ext>
            </a:extLst>
          </p:cNvPr>
          <p:cNvSpPr>
            <a:spLocks noGrp="1"/>
          </p:cNvSpPr>
          <p:nvPr>
            <p:ph idx="1"/>
          </p:nvPr>
        </p:nvSpPr>
        <p:spPr>
          <a:xfrm>
            <a:off x="311150" y="1716088"/>
            <a:ext cx="8229600" cy="4525962"/>
          </a:xfrm>
        </p:spPr>
        <p:txBody>
          <a:bodyPr/>
          <a:lstStyle/>
          <a:p>
            <a:pPr marL="0" indent="0">
              <a:buNone/>
              <a:defRP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Frontend development</a:t>
            </a:r>
            <a:r>
              <a:rPr lang="en-US" altLang="en-US" sz="2000" dirty="0">
                <a:latin typeface="Times New Roman" panose="02020603050405020304" pitchFamily="18" charset="0"/>
                <a:cs typeface="Times New Roman" panose="02020603050405020304" pitchFamily="18" charset="0"/>
              </a:rPr>
              <a:t> </a:t>
            </a:r>
            <a:endParaRPr lang="en-IN" alt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defRPr/>
            </a:pPr>
            <a:r>
              <a:rPr lang="en-IN" altLang="en-US" sz="2000" dirty="0">
                <a:latin typeface="Times New Roman" panose="02020603050405020304" pitchFamily="18" charset="0"/>
                <a:cs typeface="Times New Roman" panose="02020603050405020304" pitchFamily="18" charset="0"/>
              </a:rPr>
              <a:t>HTML, CSS, JavaScript</a:t>
            </a:r>
          </a:p>
          <a:p>
            <a:pPr marL="0" indent="0">
              <a:buNone/>
              <a:defRPr/>
            </a:pPr>
            <a:r>
              <a:rPr lang="en-IN" altLang="en-US" sz="2000" b="1" dirty="0">
                <a:latin typeface="Times New Roman" panose="02020603050405020304" pitchFamily="18" charset="0"/>
                <a:cs typeface="Times New Roman" panose="02020603050405020304" pitchFamily="18" charset="0"/>
              </a:rPr>
              <a:t>APIs</a:t>
            </a:r>
            <a:r>
              <a:rPr lang="en-IN" altLang="en-US" sz="20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defRPr/>
            </a:pPr>
            <a:r>
              <a:rPr lang="en-IN" altLang="en-US" sz="2000" dirty="0">
                <a:latin typeface="Times New Roman" panose="02020603050405020304" pitchFamily="18" charset="0"/>
                <a:cs typeface="Times New Roman" panose="02020603050405020304" pitchFamily="18" charset="0"/>
              </a:rPr>
              <a:t>Weather API.</a:t>
            </a:r>
          </a:p>
          <a:p>
            <a:pPr lvl="1">
              <a:buFont typeface="Arial" panose="020B0604020202020204" pitchFamily="34" charset="0"/>
              <a:buChar char="•"/>
              <a:defRPr/>
            </a:pPr>
            <a:r>
              <a:rPr lang="en-IN" altLang="en-US" sz="2000" dirty="0">
                <a:latin typeface="Times New Roman" panose="02020603050405020304" pitchFamily="18" charset="0"/>
                <a:cs typeface="Times New Roman" panose="02020603050405020304" pitchFamily="18" charset="0"/>
              </a:rPr>
              <a:t>Silk market price API (if available) or manual updates</a:t>
            </a:r>
          </a:p>
          <a:p>
            <a:pPr lvl="1">
              <a:buFont typeface="Arial" panose="020B0604020202020204" pitchFamily="34" charset="0"/>
              <a:buChar char="•"/>
              <a:defRPr/>
            </a:pPr>
            <a:endParaRPr lang="en-IN" altLang="en-US" sz="2000" dirty="0">
              <a:latin typeface="Times New Roman" panose="02020603050405020304" pitchFamily="18" charset="0"/>
              <a:cs typeface="Times New Roman" panose="02020603050405020304" pitchFamily="18" charset="0"/>
            </a:endParaRPr>
          </a:p>
          <a:p>
            <a:pPr marL="0" indent="0">
              <a:buNone/>
              <a:defRPr/>
            </a:pPr>
            <a:r>
              <a:rPr lang="en-IN" altLang="en-US" sz="2000" b="1" dirty="0">
                <a:latin typeface="Times New Roman" panose="02020603050405020304" pitchFamily="18" charset="0"/>
                <a:cs typeface="Times New Roman" panose="02020603050405020304" pitchFamily="18" charset="0"/>
              </a:rPr>
              <a:t>Domain purchasing</a:t>
            </a:r>
          </a:p>
          <a:p>
            <a:pPr marL="0" indent="0">
              <a:buFont typeface="Arial" panose="020B0604020202020204" pitchFamily="34" charset="0"/>
              <a:buNone/>
              <a:defRPr/>
            </a:pPr>
            <a:r>
              <a:rPr lang="en-IN" altLang="en-US" sz="2000" b="1"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silkfarmm.website</a:t>
            </a:r>
            <a:endParaRPr lang="en-IN" alt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IN" altLang="en-US" sz="2000" b="1"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web hosting</a:t>
            </a:r>
          </a:p>
          <a:p>
            <a:pPr eaLnBrk="1" hangingPunct="1">
              <a:spcBef>
                <a:spcPct val="0"/>
              </a:spcBef>
              <a:buFontTx/>
              <a:buNone/>
              <a:defRPr/>
            </a:pPr>
            <a:endParaRPr lang="en-US" altLang="en-US" sz="2000" b="1" i="1" u="sng" dirty="0">
              <a:latin typeface="Times New Roman" panose="02020603050405020304" pitchFamily="18" charset="0"/>
              <a:cs typeface="Times New Roman" panose="02020603050405020304" pitchFamily="18" charset="0"/>
            </a:endParaRPr>
          </a:p>
        </p:txBody>
      </p:sp>
      <p:sp>
        <p:nvSpPr>
          <p:cNvPr id="15364" name="Slide Number Placeholder 3">
            <a:extLst>
              <a:ext uri="{FF2B5EF4-FFF2-40B4-BE49-F238E27FC236}">
                <a16:creationId xmlns:a16="http://schemas.microsoft.com/office/drawing/2014/main" id="{F86A0965-9487-9FF2-F592-B76817FF29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669648-2390-4A7C-82A1-8A5DD461C576}" type="slidenum">
              <a:rPr lang="en-IN" altLang="en-US" sz="1200" smtClean="0">
                <a:solidFill>
                  <a:srgbClr val="898989"/>
                </a:solidFill>
              </a:rPr>
              <a:pPr>
                <a:spcBef>
                  <a:spcPct val="0"/>
                </a:spcBef>
                <a:buFontTx/>
                <a:buNone/>
              </a:pPr>
              <a:t>11</a:t>
            </a:fld>
            <a:endParaRPr lang="en-IN" altLang="en-US" sz="1200">
              <a:solidFill>
                <a:srgbClr val="898989"/>
              </a:solidFill>
            </a:endParaRPr>
          </a:p>
        </p:txBody>
      </p:sp>
      <p:pic>
        <p:nvPicPr>
          <p:cNvPr id="15365" name="Picture 2" descr="D:\GITAM-GST-CSE\2024-25\Capstone-Project\GITAM-newlogo.jpeg">
            <a:extLst>
              <a:ext uri="{FF2B5EF4-FFF2-40B4-BE49-F238E27FC236}">
                <a16:creationId xmlns:a16="http://schemas.microsoft.com/office/drawing/2014/main" id="{0C75BD13-5D57-A975-8117-EF161412A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0ABA8EA-2581-E8B5-8831-AA184466C880}"/>
              </a:ext>
            </a:extLst>
          </p:cNvPr>
          <p:cNvSpPr>
            <a:spLocks noGrp="1"/>
          </p:cNvSpPr>
          <p:nvPr>
            <p:ph type="title"/>
          </p:nvPr>
        </p:nvSpPr>
        <p:spPr/>
        <p:txBody>
          <a:bodyPr/>
          <a:lstStyle/>
          <a:p>
            <a:r>
              <a:rPr lang="en-US" altLang="en-US" sz="2800" b="1">
                <a:latin typeface="Times New Roman" panose="02020603050405020304" pitchFamily="18" charset="0"/>
                <a:cs typeface="Times New Roman" panose="02020603050405020304" pitchFamily="18" charset="0"/>
              </a:rPr>
              <a:t>Final Design Strategy</a:t>
            </a:r>
            <a:endParaRPr lang="en-IN" altLang="en-US" sz="2800"/>
          </a:p>
        </p:txBody>
      </p:sp>
      <p:sp>
        <p:nvSpPr>
          <p:cNvPr id="16387" name="Slide Number Placeholder 3">
            <a:extLst>
              <a:ext uri="{FF2B5EF4-FFF2-40B4-BE49-F238E27FC236}">
                <a16:creationId xmlns:a16="http://schemas.microsoft.com/office/drawing/2014/main" id="{A85D8F32-D17C-5667-D211-99B09FACDC3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3B432B8-7D17-47B5-929B-447889400E33}" type="slidenum">
              <a:rPr lang="en-IN" altLang="en-US" sz="1200" smtClean="0">
                <a:solidFill>
                  <a:srgbClr val="898989"/>
                </a:solidFill>
              </a:rPr>
              <a:pPr>
                <a:spcBef>
                  <a:spcPct val="0"/>
                </a:spcBef>
                <a:buFontTx/>
                <a:buNone/>
              </a:pPr>
              <a:t>12</a:t>
            </a:fld>
            <a:endParaRPr lang="en-IN" altLang="en-US" sz="1200">
              <a:solidFill>
                <a:srgbClr val="898989"/>
              </a:solidFill>
            </a:endParaRPr>
          </a:p>
        </p:txBody>
      </p:sp>
      <p:pic>
        <p:nvPicPr>
          <p:cNvPr id="16388" name="Picture 5">
            <a:extLst>
              <a:ext uri="{FF2B5EF4-FFF2-40B4-BE49-F238E27FC236}">
                <a16:creationId xmlns:a16="http://schemas.microsoft.com/office/drawing/2014/main" id="{2AF51EBE-1A00-134B-E84E-24A38800C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1601788"/>
            <a:ext cx="24955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9">
            <a:extLst>
              <a:ext uri="{FF2B5EF4-FFF2-40B4-BE49-F238E27FC236}">
                <a16:creationId xmlns:a16="http://schemas.microsoft.com/office/drawing/2014/main" id="{6CE57344-4E70-36F2-424B-2187FC90C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50" y="2508250"/>
            <a:ext cx="24955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13">
            <a:extLst>
              <a:ext uri="{FF2B5EF4-FFF2-40B4-BE49-F238E27FC236}">
                <a16:creationId xmlns:a16="http://schemas.microsoft.com/office/drawing/2014/main" id="{AE839E35-825D-FC4B-2BB0-78907642D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417638"/>
            <a:ext cx="8147050"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5EF25D7-B75F-83DE-B77C-B60ED0F8434D}"/>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Status of Implementation</a:t>
            </a:r>
          </a:p>
        </p:txBody>
      </p:sp>
      <p:pic>
        <p:nvPicPr>
          <p:cNvPr id="17411" name="Content Placeholder 2">
            <a:extLst>
              <a:ext uri="{FF2B5EF4-FFF2-40B4-BE49-F238E27FC236}">
                <a16:creationId xmlns:a16="http://schemas.microsoft.com/office/drawing/2014/main" id="{8794066D-58FF-EC91-17F0-8BACEF5DD9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7575" y="1341438"/>
            <a:ext cx="7308850" cy="4525962"/>
          </a:xfrm>
        </p:spPr>
      </p:pic>
      <p:sp>
        <p:nvSpPr>
          <p:cNvPr id="17412" name="Slide Number Placeholder 3">
            <a:extLst>
              <a:ext uri="{FF2B5EF4-FFF2-40B4-BE49-F238E27FC236}">
                <a16:creationId xmlns:a16="http://schemas.microsoft.com/office/drawing/2014/main" id="{DA3AF611-1A70-0AC1-2FBB-E1F6DB4606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6EC40F-7066-4B5F-A5E8-B4E5A50EDAF0}" type="slidenum">
              <a:rPr lang="en-IN" altLang="en-US" sz="1200" smtClean="0">
                <a:solidFill>
                  <a:srgbClr val="898989"/>
                </a:solidFill>
              </a:rPr>
              <a:pPr>
                <a:spcBef>
                  <a:spcPct val="0"/>
                </a:spcBef>
                <a:buFontTx/>
                <a:buNone/>
              </a:pPr>
              <a:t>13</a:t>
            </a:fld>
            <a:endParaRPr lang="en-IN" altLang="en-US" sz="120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499074E2-FACE-06F1-4F6A-9988051B25B2}"/>
              </a:ext>
            </a:extLst>
          </p:cNvPr>
          <p:cNvSpPr>
            <a:spLocks noGrp="1"/>
          </p:cNvSpPr>
          <p:nvPr>
            <p:ph type="title"/>
          </p:nvPr>
        </p:nvSpPr>
        <p:spPr/>
        <p:txBody>
          <a:bodyPr/>
          <a:lstStyle/>
          <a:p>
            <a:r>
              <a:rPr lang="en-IN" altLang="en-US" b="1">
                <a:latin typeface="Times New Roman" panose="02020603050405020304" pitchFamily="18" charset="0"/>
                <a:cs typeface="Times New Roman" panose="02020603050405020304" pitchFamily="18" charset="0"/>
              </a:rPr>
              <a:t>Status of Implementation</a:t>
            </a:r>
          </a:p>
        </p:txBody>
      </p:sp>
      <p:pic>
        <p:nvPicPr>
          <p:cNvPr id="18435" name="Content Placeholder 2">
            <a:extLst>
              <a:ext uri="{FF2B5EF4-FFF2-40B4-BE49-F238E27FC236}">
                <a16:creationId xmlns:a16="http://schemas.microsoft.com/office/drawing/2014/main" id="{AEED3EC8-721C-60D9-995C-6439C1D175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19250" y="1557338"/>
            <a:ext cx="5740400" cy="4525962"/>
          </a:xfrm>
        </p:spPr>
      </p:pic>
      <p:sp>
        <p:nvSpPr>
          <p:cNvPr id="18436" name="Slide Number Placeholder 3">
            <a:extLst>
              <a:ext uri="{FF2B5EF4-FFF2-40B4-BE49-F238E27FC236}">
                <a16:creationId xmlns:a16="http://schemas.microsoft.com/office/drawing/2014/main" id="{03E28C24-4CC8-39C1-912C-F953387F47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8510D2-D8CA-482E-A6EE-22E13A0BEC0D}" type="slidenum">
              <a:rPr lang="en-IN" altLang="en-US" sz="1200" smtClean="0">
                <a:solidFill>
                  <a:srgbClr val="898989"/>
                </a:solidFill>
              </a:rPr>
              <a:pPr>
                <a:spcBef>
                  <a:spcPct val="0"/>
                </a:spcBef>
                <a:buFontTx/>
                <a:buNone/>
              </a:pPr>
              <a:t>14</a:t>
            </a:fld>
            <a:endParaRPr lang="en-IN" altLang="en-US" sz="120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FC5DF9F-AC4B-EAAE-1DEF-25880AA4FA56}"/>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Status of Implementation</a:t>
            </a:r>
          </a:p>
        </p:txBody>
      </p:sp>
      <p:pic>
        <p:nvPicPr>
          <p:cNvPr id="19459" name="Content Placeholder 2">
            <a:extLst>
              <a:ext uri="{FF2B5EF4-FFF2-40B4-BE49-F238E27FC236}">
                <a16:creationId xmlns:a16="http://schemas.microsoft.com/office/drawing/2014/main" id="{50858527-F02D-DE8E-DA89-EC41EB0F949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68300" y="1620838"/>
            <a:ext cx="5545138" cy="4525962"/>
          </a:xfrm>
        </p:spPr>
      </p:pic>
      <p:sp>
        <p:nvSpPr>
          <p:cNvPr id="19460" name="Slide Number Placeholder 3">
            <a:extLst>
              <a:ext uri="{FF2B5EF4-FFF2-40B4-BE49-F238E27FC236}">
                <a16:creationId xmlns:a16="http://schemas.microsoft.com/office/drawing/2014/main" id="{16E75479-EA98-626D-C4B6-DBDD1334A4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691F99F-A69D-45BD-8B52-9EF8E3013EC9}" type="slidenum">
              <a:rPr lang="en-IN" altLang="en-US" sz="1200" smtClean="0">
                <a:solidFill>
                  <a:srgbClr val="898989"/>
                </a:solidFill>
              </a:rPr>
              <a:pPr>
                <a:spcBef>
                  <a:spcPct val="0"/>
                </a:spcBef>
                <a:buFontTx/>
                <a:buNone/>
              </a:pPr>
              <a:t>15</a:t>
            </a:fld>
            <a:endParaRPr lang="en-IN" altLang="en-US" sz="1200">
              <a:solidFill>
                <a:srgbClr val="898989"/>
              </a:solidFill>
            </a:endParaRPr>
          </a:p>
        </p:txBody>
      </p:sp>
      <p:pic>
        <p:nvPicPr>
          <p:cNvPr id="19461" name="Picture 4">
            <a:extLst>
              <a:ext uri="{FF2B5EF4-FFF2-40B4-BE49-F238E27FC236}">
                <a16:creationId xmlns:a16="http://schemas.microsoft.com/office/drawing/2014/main" id="{16AF8D40-2EDC-EEA4-CF99-4521890C0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216" t="6956" r="20096"/>
          <a:stretch>
            <a:fillRect/>
          </a:stretch>
        </p:blipFill>
        <p:spPr bwMode="auto">
          <a:xfrm>
            <a:off x="6002338" y="1639888"/>
            <a:ext cx="295275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2F894595-7149-3696-91A6-019C295EDC26}"/>
              </a:ext>
            </a:extLst>
          </p:cNvPr>
          <p:cNvSpPr>
            <a:spLocks noGrp="1"/>
          </p:cNvSpPr>
          <p:nvPr>
            <p:ph type="title"/>
          </p:nvPr>
        </p:nvSpPr>
        <p:spPr>
          <a:xfrm>
            <a:off x="395288" y="-100013"/>
            <a:ext cx="8229600" cy="1143001"/>
          </a:xfrm>
        </p:spPr>
        <p:txBody>
          <a:bodyPr/>
          <a:lstStyle/>
          <a:p>
            <a:r>
              <a:rPr lang="en-IN" altLang="en-US" sz="2800" b="1">
                <a:latin typeface="Times New Roman" panose="02020603050405020304" pitchFamily="18" charset="0"/>
                <a:cs typeface="Times New Roman" panose="02020603050405020304" pitchFamily="18" charset="0"/>
              </a:rPr>
              <a:t>Status of Implementation</a:t>
            </a:r>
          </a:p>
        </p:txBody>
      </p:sp>
      <p:pic>
        <p:nvPicPr>
          <p:cNvPr id="20483" name="Content Placeholder 2">
            <a:extLst>
              <a:ext uri="{FF2B5EF4-FFF2-40B4-BE49-F238E27FC236}">
                <a16:creationId xmlns:a16="http://schemas.microsoft.com/office/drawing/2014/main" id="{169D3700-899C-A5C0-DCA1-D135C9555C7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23925" y="1341438"/>
            <a:ext cx="7173913" cy="4525962"/>
          </a:xfrm>
        </p:spPr>
      </p:pic>
      <p:sp>
        <p:nvSpPr>
          <p:cNvPr id="20484" name="Slide Number Placeholder 3">
            <a:extLst>
              <a:ext uri="{FF2B5EF4-FFF2-40B4-BE49-F238E27FC236}">
                <a16:creationId xmlns:a16="http://schemas.microsoft.com/office/drawing/2014/main" id="{6DE812BD-ADF4-7B8C-162F-61EBE9794A0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91BBB4C-C914-4638-A9D8-00B395A84F1A}" type="slidenum">
              <a:rPr lang="en-IN" altLang="en-US" sz="1200" smtClean="0">
                <a:solidFill>
                  <a:srgbClr val="898989"/>
                </a:solidFill>
              </a:rPr>
              <a:pPr>
                <a:spcBef>
                  <a:spcPct val="0"/>
                </a:spcBef>
                <a:buFontTx/>
                <a:buNone/>
              </a:pPr>
              <a:t>16</a:t>
            </a:fld>
            <a:endParaRPr lang="en-IN" altLang="en-US" sz="120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9D9CDFFC-548A-9EC2-C780-BC1086475C45}"/>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Status of Implementation</a:t>
            </a:r>
            <a:endParaRPr lang="en-IN" altLang="en-US" sz="2800"/>
          </a:p>
        </p:txBody>
      </p:sp>
      <p:pic>
        <p:nvPicPr>
          <p:cNvPr id="21507" name="Content Placeholder 5">
            <a:extLst>
              <a:ext uri="{FF2B5EF4-FFF2-40B4-BE49-F238E27FC236}">
                <a16:creationId xmlns:a16="http://schemas.microsoft.com/office/drawing/2014/main" id="{604D2148-29E0-0EA4-9320-A36160C67B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1268413"/>
            <a:ext cx="6121400" cy="4525962"/>
          </a:xfrm>
        </p:spPr>
      </p:pic>
      <p:sp>
        <p:nvSpPr>
          <p:cNvPr id="21508" name="Slide Number Placeholder 3">
            <a:extLst>
              <a:ext uri="{FF2B5EF4-FFF2-40B4-BE49-F238E27FC236}">
                <a16:creationId xmlns:a16="http://schemas.microsoft.com/office/drawing/2014/main" id="{A3522436-B3D7-A78F-EE78-00D39D54A13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D4B65FC-D870-49ED-AF9C-E255953BB042}" type="slidenum">
              <a:rPr lang="en-IN" altLang="en-US" sz="1200" smtClean="0">
                <a:solidFill>
                  <a:srgbClr val="898989"/>
                </a:solidFill>
              </a:rPr>
              <a:pPr>
                <a:spcBef>
                  <a:spcPct val="0"/>
                </a:spcBef>
                <a:buFontTx/>
                <a:buNone/>
              </a:pPr>
              <a:t>17</a:t>
            </a:fld>
            <a:endParaRPr lang="en-IN" altLang="en-US" sz="12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F470ABA7-15DA-36C6-6264-8847DEFA81CE}"/>
              </a:ext>
            </a:extLst>
          </p:cNvPr>
          <p:cNvSpPr>
            <a:spLocks noGrp="1"/>
          </p:cNvSpPr>
          <p:nvPr>
            <p:ph type="title"/>
          </p:nvPr>
        </p:nvSpPr>
        <p:spPr/>
        <p:txBody>
          <a:bodyPr/>
          <a:lstStyle/>
          <a:p>
            <a:r>
              <a:rPr lang="en-IN" altLang="en-US" b="1">
                <a:latin typeface="Times New Roman" panose="02020603050405020304" pitchFamily="18" charset="0"/>
                <a:cs typeface="Times New Roman" panose="02020603050405020304" pitchFamily="18" charset="0"/>
              </a:rPr>
              <a:t>Conclusion</a:t>
            </a:r>
          </a:p>
        </p:txBody>
      </p:sp>
      <p:sp>
        <p:nvSpPr>
          <p:cNvPr id="5" name="Content Placeholder 2">
            <a:extLst>
              <a:ext uri="{FF2B5EF4-FFF2-40B4-BE49-F238E27FC236}">
                <a16:creationId xmlns:a16="http://schemas.microsoft.com/office/drawing/2014/main" id="{46F29F35-3F02-EFE2-D5BA-9B174D9BAA3D}"/>
              </a:ext>
            </a:extLst>
          </p:cNvPr>
          <p:cNvSpPr>
            <a:spLocks noGrp="1"/>
          </p:cNvSpPr>
          <p:nvPr>
            <p:ph idx="1"/>
          </p:nvPr>
        </p:nvSpPr>
        <p:spPr>
          <a:xfrm>
            <a:off x="395536" y="1327150"/>
            <a:ext cx="8352928" cy="5256212"/>
          </a:xfrm>
        </p:spPr>
        <p:txBody>
          <a:bodyPr/>
          <a:lstStyle/>
          <a:p>
            <a:pPr>
              <a:buNone/>
              <a:defRPr/>
            </a:pPr>
            <a:r>
              <a:rPr lang="en-US" altLang="en-US" sz="2000" dirty="0">
                <a:latin typeface="Times New Roman" panose="02020603050405020304" pitchFamily="18" charset="0"/>
                <a:cs typeface="Times New Roman" panose="02020603050405020304" pitchFamily="18" charset="0"/>
              </a:rPr>
              <a:t>Creating a website for silk cocoon farmers will help modernize the silk farming</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industry. This platform will provide farmers with important information like the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best ways to raise silkworms, control pests, manage the environment, and </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understand market trends. By using the website, farmers will be able to produce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better yields, reduce risks, and increase profits.</a:t>
            </a:r>
          </a:p>
          <a:p>
            <a:pPr>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 the long run, this website will help farmers, especially those who have had</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limited access to information before. It will improve their ability to compete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 the industry and ensure that silk farming remains successful and sustainable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 the future.</a:t>
            </a:r>
          </a:p>
          <a:p>
            <a:pPr>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IN" altLang="en-US" sz="2000" dirty="0">
              <a:latin typeface="Times New Roman" panose="02020603050405020304" pitchFamily="18" charset="0"/>
              <a:cs typeface="Times New Roman" panose="02020603050405020304" pitchFamily="18" charset="0"/>
            </a:endParaRPr>
          </a:p>
        </p:txBody>
      </p:sp>
      <p:sp>
        <p:nvSpPr>
          <p:cNvPr id="22532" name="Slide Number Placeholder 3">
            <a:extLst>
              <a:ext uri="{FF2B5EF4-FFF2-40B4-BE49-F238E27FC236}">
                <a16:creationId xmlns:a16="http://schemas.microsoft.com/office/drawing/2014/main" id="{00704C56-05C3-E625-BF27-8A9EDA2E58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C96A198-703D-439F-8A4A-3524B3A8E057}" type="slidenum">
              <a:rPr lang="en-IN" altLang="en-US" sz="1200" smtClean="0">
                <a:solidFill>
                  <a:srgbClr val="898989"/>
                </a:solidFill>
              </a:rPr>
              <a:pPr>
                <a:spcBef>
                  <a:spcPct val="0"/>
                </a:spcBef>
                <a:buFontTx/>
                <a:buNone/>
              </a:pPr>
              <a:t>18</a:t>
            </a:fld>
            <a:endParaRPr lang="en-IN" altLang="en-US" sz="12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9DE15E54-85C8-9AE6-F7B9-A226D0FB1374}"/>
              </a:ext>
            </a:extLst>
          </p:cNvPr>
          <p:cNvSpPr>
            <a:spLocks noGrp="1"/>
          </p:cNvSpPr>
          <p:nvPr>
            <p:ph type="title"/>
          </p:nvPr>
        </p:nvSpPr>
        <p:spPr/>
        <p:txBody>
          <a:bodyPr/>
          <a:lstStyle/>
          <a:p>
            <a:r>
              <a:rPr lang="en-IN" altLang="en-US">
                <a:latin typeface="Times New Roman" panose="02020603050405020304" pitchFamily="18" charset="0"/>
                <a:cs typeface="Times New Roman" panose="02020603050405020304" pitchFamily="18" charset="0"/>
              </a:rPr>
              <a:t>Gantt Chart</a:t>
            </a:r>
          </a:p>
        </p:txBody>
      </p:sp>
      <p:sp>
        <p:nvSpPr>
          <p:cNvPr id="23555" name="Slide Number Placeholder 3">
            <a:extLst>
              <a:ext uri="{FF2B5EF4-FFF2-40B4-BE49-F238E27FC236}">
                <a16:creationId xmlns:a16="http://schemas.microsoft.com/office/drawing/2014/main" id="{E4D83693-CEC1-3024-73D9-93C98B7F7B1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E0515A1-83A4-4205-9BBF-688381C1017F}" type="slidenum">
              <a:rPr lang="en-IN" altLang="en-US" sz="1200" smtClean="0">
                <a:solidFill>
                  <a:srgbClr val="898989"/>
                </a:solidFill>
              </a:rPr>
              <a:pPr>
                <a:spcBef>
                  <a:spcPct val="0"/>
                </a:spcBef>
                <a:buFontTx/>
                <a:buNone/>
              </a:pPr>
              <a:t>19</a:t>
            </a:fld>
            <a:endParaRPr lang="en-IN" altLang="en-US" sz="1200">
              <a:solidFill>
                <a:srgbClr val="898989"/>
              </a:solidFill>
            </a:endParaRPr>
          </a:p>
        </p:txBody>
      </p:sp>
      <p:pic>
        <p:nvPicPr>
          <p:cNvPr id="23556" name="Google Shape;432;p61">
            <a:extLst>
              <a:ext uri="{FF2B5EF4-FFF2-40B4-BE49-F238E27FC236}">
                <a16:creationId xmlns:a16="http://schemas.microsoft.com/office/drawing/2014/main" id="{D0D05BBC-0404-1F4D-DB6D-3660AA9CF89B}"/>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17550" y="1600200"/>
            <a:ext cx="7708900" cy="4525963"/>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GITAM-GST-CSE\2024-25\Capstone-Project\GITAM-newlogo.jpeg">
            <a:extLst>
              <a:ext uri="{FF2B5EF4-FFF2-40B4-BE49-F238E27FC236}">
                <a16:creationId xmlns:a16="http://schemas.microsoft.com/office/drawing/2014/main" id="{CCB2D537-427C-4B93-6DFB-C9C635137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
            <a:extLst>
              <a:ext uri="{FF2B5EF4-FFF2-40B4-BE49-F238E27FC236}">
                <a16:creationId xmlns:a16="http://schemas.microsoft.com/office/drawing/2014/main" id="{BA9EF4CC-4ABC-3C4D-C94D-144AB19032A9}"/>
              </a:ext>
            </a:extLst>
          </p:cNvPr>
          <p:cNvSpPr>
            <a:spLocks noChangeArrowheads="1"/>
          </p:cNvSpPr>
          <p:nvPr/>
        </p:nvSpPr>
        <p:spPr bwMode="auto">
          <a:xfrm>
            <a:off x="179388" y="873125"/>
            <a:ext cx="8929687"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000" b="1" i="1" u="sng" dirty="0">
                <a:latin typeface="Times New Roman" panose="02020603050405020304" pitchFamily="18" charset="0"/>
                <a:cs typeface="Times New Roman" panose="02020603050405020304" pitchFamily="18" charset="0"/>
              </a:rPr>
              <a:t>Journals</a:t>
            </a:r>
          </a:p>
          <a:p>
            <a:pP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1... NRSC, Manual-National Land Use Land Cover Mapping using Multi-temporal Satellite Data, Land Use Division, National Remote Sensing Agency, Hyderabad, 2006. </a:t>
            </a:r>
          </a:p>
          <a:p>
            <a:pP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 NRSC, Wasteland Atlas of India, National Remote Sensing Agen cy, Hyderabad, 2011, pp. 4-14</a:t>
            </a:r>
          </a:p>
          <a:p>
            <a:pP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2. . </a:t>
            </a:r>
            <a:r>
              <a:rPr lang="en-IN" altLang="en-US" sz="2000" dirty="0" err="1">
                <a:latin typeface="Times New Roman" panose="02020603050405020304" pitchFamily="18" charset="0"/>
                <a:cs typeface="Times New Roman" panose="02020603050405020304" pitchFamily="18" charset="0"/>
              </a:rPr>
              <a:t>Xu,H</a:t>
            </a:r>
            <a:r>
              <a:rPr lang="en-IN" altLang="en-US" sz="2000" dirty="0">
                <a:latin typeface="Times New Roman" panose="02020603050405020304" pitchFamily="18" charset="0"/>
                <a:cs typeface="Times New Roman" panose="02020603050405020304" pitchFamily="18" charset="0"/>
              </a:rPr>
              <a:t>. and </a:t>
            </a:r>
            <a:r>
              <a:rPr lang="en-IN" altLang="en-US" sz="2000" dirty="0" err="1">
                <a:latin typeface="Times New Roman" panose="02020603050405020304" pitchFamily="18" charset="0"/>
                <a:cs typeface="Times New Roman" panose="02020603050405020304" pitchFamily="18" charset="0"/>
              </a:rPr>
              <a:t>O’brochta,D.A</a:t>
            </a:r>
            <a:r>
              <a:rPr lang="en-IN" altLang="en-US" sz="2000" dirty="0">
                <a:latin typeface="Times New Roman" panose="02020603050405020304" pitchFamily="18" charset="0"/>
                <a:cs typeface="Times New Roman" panose="02020603050405020304" pitchFamily="18" charset="0"/>
              </a:rPr>
              <a:t>. (2015) Advanced technologies for genetically manipulating the silkworm Bombyx mori, a model Lepidopteran insect. Proc. R. Soc. B, 282, 20150487.</a:t>
            </a:r>
          </a:p>
          <a:p>
            <a:pPr>
              <a:buFont typeface="Arial" panose="020B0604020202020204" pitchFamily="34" charset="0"/>
              <a:buNone/>
            </a:pPr>
            <a:r>
              <a:rPr lang="en-IN" altLang="en-US" sz="2000" dirty="0" err="1">
                <a:latin typeface="Times New Roman" panose="02020603050405020304" pitchFamily="18" charset="0"/>
                <a:cs typeface="Times New Roman" panose="02020603050405020304" pitchFamily="18" charset="0"/>
              </a:rPr>
              <a:t>Putri,S.P</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Yamamoto,S</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Tsugawa,H</a:t>
            </a:r>
            <a:r>
              <a:rPr lang="en-IN" altLang="en-US" sz="2000" dirty="0">
                <a:latin typeface="Times New Roman" panose="02020603050405020304" pitchFamily="18" charset="0"/>
                <a:cs typeface="Times New Roman" panose="02020603050405020304" pitchFamily="18" charset="0"/>
              </a:rPr>
              <a:t>. et al. (2013) Current metabolomics: technological advances. J. </a:t>
            </a:r>
            <a:r>
              <a:rPr lang="en-IN" altLang="en-US" sz="2000" dirty="0" err="1">
                <a:latin typeface="Times New Roman" panose="02020603050405020304" pitchFamily="18" charset="0"/>
                <a:cs typeface="Times New Roman" panose="02020603050405020304" pitchFamily="18" charset="0"/>
              </a:rPr>
              <a:t>Biosci</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Bioeng</a:t>
            </a:r>
            <a:r>
              <a:rPr lang="en-IN" altLang="en-US" sz="2000" dirty="0">
                <a:latin typeface="Times New Roman" panose="02020603050405020304" pitchFamily="18" charset="0"/>
                <a:cs typeface="Times New Roman" panose="02020603050405020304" pitchFamily="18" charset="0"/>
              </a:rPr>
              <a:t>., 116, 9–16</a:t>
            </a:r>
          </a:p>
          <a:p>
            <a:pP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Knief,C</a:t>
            </a:r>
            <a:r>
              <a:rPr lang="en-US" altLang="en-US" sz="2000" dirty="0">
                <a:latin typeface="Times New Roman" panose="02020603050405020304" pitchFamily="18" charset="0"/>
                <a:cs typeface="Times New Roman" panose="02020603050405020304" pitchFamily="18" charset="0"/>
              </a:rPr>
              <a:t>. (2014) Analysis of plant microbe interactions in the era of next generation sequencing technologies. Front. Plant Sci., 5, 216</a:t>
            </a:r>
          </a:p>
          <a:p>
            <a:pPr>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
        <p:nvSpPr>
          <p:cNvPr id="24580" name="Rectangle 3">
            <a:extLst>
              <a:ext uri="{FF2B5EF4-FFF2-40B4-BE49-F238E27FC236}">
                <a16:creationId xmlns:a16="http://schemas.microsoft.com/office/drawing/2014/main" id="{6D2947C0-44FE-1577-04FF-A8B3F221E0A2}"/>
              </a:ext>
            </a:extLst>
          </p:cNvPr>
          <p:cNvSpPr>
            <a:spLocks noChangeArrowheads="1"/>
          </p:cNvSpPr>
          <p:nvPr/>
        </p:nvSpPr>
        <p:spPr bwMode="auto">
          <a:xfrm>
            <a:off x="3711575" y="269875"/>
            <a:ext cx="1849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latin typeface="Times New Roman" panose="02020603050405020304" pitchFamily="18" charset="0"/>
                <a:cs typeface="Times New Roman" panose="02020603050405020304" pitchFamily="18" charset="0"/>
              </a:rPr>
              <a:t>References</a:t>
            </a:r>
            <a:endParaRPr lang="en-IN" altLang="en-US" sz="2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719E2BA1-054B-5726-4685-F055ADD42B39}"/>
              </a:ext>
            </a:extLst>
          </p:cNvPr>
          <p:cNvSpPr>
            <a:spLocks noGrp="1"/>
          </p:cNvSpPr>
          <p:nvPr>
            <p:ph type="title"/>
          </p:nvPr>
        </p:nvSpPr>
        <p:spPr/>
        <p:txBody>
          <a:bodyPr/>
          <a:lstStyle/>
          <a:p>
            <a:r>
              <a:rPr lang="en-US" altLang="en-US" sz="2800" b="1">
                <a:latin typeface="Times New Roman" panose="02020603050405020304" pitchFamily="18" charset="0"/>
                <a:cs typeface="Times New Roman" panose="02020603050405020304" pitchFamily="18" charset="0"/>
              </a:rPr>
              <a:t>References</a:t>
            </a:r>
            <a:br>
              <a:rPr lang="en-IN" altLang="en-US" sz="2800" b="1">
                <a:latin typeface="Times New Roman" panose="02020603050405020304" pitchFamily="18" charset="0"/>
                <a:cs typeface="Times New Roman" panose="02020603050405020304" pitchFamily="18" charset="0"/>
              </a:rPr>
            </a:br>
            <a:endParaRPr lang="en-IN" altLang="en-US" sz="2800"/>
          </a:p>
        </p:txBody>
      </p:sp>
      <p:sp>
        <p:nvSpPr>
          <p:cNvPr id="25603" name="Content Placeholder 2">
            <a:extLst>
              <a:ext uri="{FF2B5EF4-FFF2-40B4-BE49-F238E27FC236}">
                <a16:creationId xmlns:a16="http://schemas.microsoft.com/office/drawing/2014/main" id="{480ED07E-CE74-9BC1-91DC-DCD27CA6B37C}"/>
              </a:ext>
            </a:extLst>
          </p:cNvPr>
          <p:cNvSpPr>
            <a:spLocks noGrp="1"/>
          </p:cNvSpPr>
          <p:nvPr>
            <p:ph idx="1"/>
          </p:nvPr>
        </p:nvSpPr>
        <p:spPr>
          <a:xfrm>
            <a:off x="457200" y="1165225"/>
            <a:ext cx="8229600" cy="4525963"/>
          </a:xfrm>
        </p:spPr>
        <p:txBody>
          <a:bodyPr/>
          <a:lstStyle/>
          <a:p>
            <a:pPr>
              <a:spcBef>
                <a:spcPct val="0"/>
              </a:spcBef>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3..CSB (1994), Manual of satellite remote sensing applications for sericulture development, Central Silk Board, Bangalore. FAO (1976). A Framework for Land Evaluation. Soil Bulletin, 32. Food and Agriculture Organization. United Nations. Rome, Italy.</a:t>
            </a:r>
          </a:p>
          <a:p>
            <a:pPr>
              <a:spcBef>
                <a:spcPct val="0"/>
              </a:spcBef>
              <a:buFont typeface="Arial" panose="020B0604020202020204" pitchFamily="34" charset="0"/>
              <a:buNone/>
            </a:pPr>
            <a:r>
              <a:rPr lang="en-IN" altLang="en-US" sz="2000">
                <a:latin typeface="Times New Roman" panose="02020603050405020304" pitchFamily="18" charset="0"/>
                <a:cs typeface="Times New Roman" panose="02020603050405020304" pitchFamily="18" charset="0"/>
              </a:rPr>
              <a:t>NRSC (2006), Manual- National Land Use Land Cover mapping using multi-temporal satellite data, Land Use Division, National Remote Sensing Agency, Hyderabad. </a:t>
            </a:r>
          </a:p>
          <a:p>
            <a:pPr>
              <a:spcBef>
                <a:spcPct val="0"/>
              </a:spcBef>
              <a:buFont typeface="Arial" panose="020B0604020202020204" pitchFamily="34" charset="0"/>
              <a:buNone/>
            </a:pPr>
            <a:r>
              <a:rPr lang="en-IN" altLang="en-US" sz="2000">
                <a:latin typeface="Times New Roman" panose="02020603050405020304" pitchFamily="18" charset="0"/>
                <a:cs typeface="Times New Roman" panose="02020603050405020304" pitchFamily="18" charset="0"/>
              </a:rPr>
              <a:t>NRSC (2011), Wasteland Atlas of India, National Remote Sensing Agency, Hyderabad. </a:t>
            </a:r>
          </a:p>
          <a:p>
            <a:pPr>
              <a:spcBef>
                <a:spcPct val="0"/>
              </a:spcBef>
              <a:buFontTx/>
              <a:buNone/>
            </a:pPr>
            <a:r>
              <a:rPr lang="en-IN" altLang="en-US" sz="2000">
                <a:latin typeface="Times New Roman" panose="02020603050405020304" pitchFamily="18" charset="0"/>
                <a:cs typeface="Times New Roman" panose="02020603050405020304" pitchFamily="18" charset="0"/>
              </a:rPr>
              <a:t>Patel, N.R., Mandal, U.K. and Pande, L.M. (2000), Agro-ecological Zoning system. A Remote Sensing and GIS Perspective. Journal of Agrometeorology, 2(1), 1-13</a:t>
            </a:r>
            <a:endParaRPr lang="en-IN" altLang="en-US" sz="2000" b="1">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endParaRPr lang="en-IN" altLang="en-US" sz="2000"/>
          </a:p>
          <a:p>
            <a:endParaRPr lang="en-IN" altLang="en-US" sz="2000"/>
          </a:p>
        </p:txBody>
      </p:sp>
      <p:sp>
        <p:nvSpPr>
          <p:cNvPr id="25604" name="Slide Number Placeholder 3">
            <a:extLst>
              <a:ext uri="{FF2B5EF4-FFF2-40B4-BE49-F238E27FC236}">
                <a16:creationId xmlns:a16="http://schemas.microsoft.com/office/drawing/2014/main" id="{BC34EA90-016E-EA06-EA8E-0572E11BB0F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F8AC317C-34B6-41BC-AA46-AE2DA1AD22C1}" type="slidenum">
              <a:rPr lang="en-IN" altLang="en-US" smtClean="0">
                <a:solidFill>
                  <a:srgbClr val="898989"/>
                </a:solidFill>
              </a:rPr>
              <a:pPr/>
              <a:t>21</a:t>
            </a:fld>
            <a:endParaRPr lang="en-IN"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1146</TotalTime>
  <Words>1463</Words>
  <Application>Microsoft Office PowerPoint</Application>
  <PresentationFormat>On-screen Show (4:3)</PresentationFormat>
  <Paragraphs>183</Paragraphs>
  <Slides>21</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21</vt:i4>
      </vt:variant>
    </vt:vector>
  </HeadingPairs>
  <TitlesOfParts>
    <vt:vector size="28" baseType="lpstr">
      <vt:lpstr>Arial</vt:lpstr>
      <vt:lpstr>Calibri</vt:lpstr>
      <vt:lpstr>Times New Roman</vt:lpstr>
      <vt:lpstr>Wingdings</vt:lpstr>
      <vt:lpstr>Office Theme</vt:lpstr>
      <vt:lpstr>1_Office Theme</vt:lpstr>
      <vt:lpstr>2_Office Theme</vt:lpstr>
      <vt:lpstr>Capstone Project – I:  Review – 2 on To develop a portal for silk farming information</vt:lpstr>
      <vt:lpstr>CONTENTS</vt:lpstr>
      <vt:lpstr>PowerPoint Presentation</vt:lpstr>
      <vt:lpstr>PowerPoint Presentation</vt:lpstr>
      <vt:lpstr>PowerPoint Presentation</vt:lpstr>
      <vt:lpstr>PowerPoint Presentation</vt:lpstr>
      <vt:lpstr>PowerPoint Presentation</vt:lpstr>
      <vt:lpstr>Problem Statement</vt:lpstr>
      <vt:lpstr>Objectives</vt:lpstr>
      <vt:lpstr>Requirement Analysis</vt:lpstr>
      <vt:lpstr>Identification of tools/technology/algorithms</vt:lpstr>
      <vt:lpstr>Final Design Strategy</vt:lpstr>
      <vt:lpstr>Status of Implementation</vt:lpstr>
      <vt:lpstr>Status of Implementation</vt:lpstr>
      <vt:lpstr>Status of Implementation</vt:lpstr>
      <vt:lpstr>Status of Implementation</vt:lpstr>
      <vt:lpstr>Status of Implementation</vt:lpstr>
      <vt:lpstr>Conclusion</vt:lpstr>
      <vt:lpstr>Gantt Chart</vt:lpstr>
      <vt:lpstr>PowerPoint Presentation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MANJUNATH V N</cp:lastModifiedBy>
  <cp:revision>68</cp:revision>
  <dcterms:created xsi:type="dcterms:W3CDTF">2024-09-06T03:49:57Z</dcterms:created>
  <dcterms:modified xsi:type="dcterms:W3CDTF">2025-01-08T10:14:24Z</dcterms:modified>
</cp:coreProperties>
</file>